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42"/>
  </p:notesMasterIdLst>
  <p:handoutMasterIdLst>
    <p:handoutMasterId r:id="rId43"/>
  </p:handoutMasterIdLst>
  <p:sldIdLst>
    <p:sldId id="438" r:id="rId8"/>
    <p:sldId id="440" r:id="rId9"/>
    <p:sldId id="441" r:id="rId10"/>
    <p:sldId id="443" r:id="rId11"/>
    <p:sldId id="442" r:id="rId12"/>
    <p:sldId id="444" r:id="rId13"/>
    <p:sldId id="445" r:id="rId14"/>
    <p:sldId id="446" r:id="rId15"/>
    <p:sldId id="447" r:id="rId16"/>
    <p:sldId id="448" r:id="rId17"/>
    <p:sldId id="449" r:id="rId18"/>
    <p:sldId id="356" r:id="rId19"/>
    <p:sldId id="434" r:id="rId20"/>
    <p:sldId id="435" r:id="rId21"/>
    <p:sldId id="436" r:id="rId22"/>
    <p:sldId id="428" r:id="rId23"/>
    <p:sldId id="429" r:id="rId24"/>
    <p:sldId id="430" r:id="rId25"/>
    <p:sldId id="405" r:id="rId26"/>
    <p:sldId id="432" r:id="rId27"/>
    <p:sldId id="407" r:id="rId28"/>
    <p:sldId id="408" r:id="rId29"/>
    <p:sldId id="411" r:id="rId30"/>
    <p:sldId id="433" r:id="rId31"/>
    <p:sldId id="412" r:id="rId32"/>
    <p:sldId id="414" r:id="rId33"/>
    <p:sldId id="415" r:id="rId34"/>
    <p:sldId id="416" r:id="rId35"/>
    <p:sldId id="417" r:id="rId36"/>
    <p:sldId id="418" r:id="rId37"/>
    <p:sldId id="420" r:id="rId38"/>
    <p:sldId id="419" r:id="rId39"/>
    <p:sldId id="421" r:id="rId40"/>
    <p:sldId id="422" r:id="rId41"/>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39" autoAdjust="0"/>
    <p:restoredTop sz="88272" autoAdjust="0"/>
  </p:normalViewPr>
  <p:slideViewPr>
    <p:cSldViewPr snapToGrid="0">
      <p:cViewPr varScale="1">
        <p:scale>
          <a:sx n="111" d="100"/>
          <a:sy n="111" d="100"/>
        </p:scale>
        <p:origin x="319" y="46"/>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05687896607859"/>
          <c:y val="8.3674965730498266E-3"/>
          <c:w val="0.4620606955380594"/>
          <c:h val="0.94046776541596178"/>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2C8-4774-8252-57FDEEF9744C}"/>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2C8-4774-8252-57FDEEF9744C}"/>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2C8-4774-8252-57FDEEF9744C}"/>
            </c:ext>
          </c:extLst>
        </c:ser>
        <c:dLbls>
          <c:showLegendKey val="0"/>
          <c:showVal val="0"/>
          <c:showCatName val="0"/>
          <c:showSerName val="0"/>
          <c:showPercent val="0"/>
          <c:showBubbleSize val="0"/>
        </c:dLbls>
        <c:gapWidth val="150"/>
        <c:axId val="55609984"/>
        <c:axId val="55632256"/>
      </c:barChart>
      <c:catAx>
        <c:axId val="55609984"/>
        <c:scaling>
          <c:orientation val="maxMin"/>
        </c:scaling>
        <c:delete val="0"/>
        <c:axPos val="l"/>
        <c:numFmt formatCode="General" sourceLinked="0"/>
        <c:majorTickMark val="out"/>
        <c:minorTickMark val="none"/>
        <c:tickLblPos val="nextTo"/>
        <c:spPr>
          <a:ln>
            <a:noFill/>
          </a:ln>
        </c:spPr>
        <c:txPr>
          <a:bodyPr/>
          <a:lstStyle/>
          <a:p>
            <a:pPr>
              <a:defRPr sz="1200"/>
            </a:pPr>
            <a:endParaRPr lang="en-US"/>
          </a:p>
        </c:txPr>
        <c:crossAx val="55632256"/>
        <c:crosses val="autoZero"/>
        <c:auto val="1"/>
        <c:lblAlgn val="ctr"/>
        <c:lblOffset val="100"/>
        <c:noMultiLvlLbl val="0"/>
      </c:catAx>
      <c:valAx>
        <c:axId val="55632256"/>
        <c:scaling>
          <c:orientation val="minMax"/>
        </c:scaling>
        <c:delete val="1"/>
        <c:axPos val="t"/>
        <c:numFmt formatCode="General" sourceLinked="1"/>
        <c:majorTickMark val="out"/>
        <c:minorTickMark val="none"/>
        <c:tickLblPos val="none"/>
        <c:crossAx val="55609984"/>
        <c:crosses val="autoZero"/>
        <c:crossBetween val="between"/>
      </c:valAx>
      <c:spPr>
        <a:noFill/>
        <a:ln w="25400">
          <a:noFill/>
        </a:ln>
      </c:spPr>
    </c:plotArea>
    <c:legend>
      <c:legendPos val="r"/>
      <c:legendEntry>
        <c:idx val="0"/>
        <c:txPr>
          <a:bodyPr/>
          <a:lstStyle/>
          <a:p>
            <a:pPr>
              <a:defRPr sz="1200"/>
            </a:pPr>
            <a:endParaRPr lang="en-US"/>
          </a:p>
        </c:txPr>
      </c:legendEntry>
      <c:legendEntry>
        <c:idx val="1"/>
        <c:txPr>
          <a:bodyPr/>
          <a:lstStyle/>
          <a:p>
            <a:pPr>
              <a:defRPr sz="1200"/>
            </a:pPr>
            <a:endParaRPr lang="en-US"/>
          </a:p>
        </c:txPr>
      </c:legendEntry>
      <c:legendEntry>
        <c:idx val="2"/>
        <c:txPr>
          <a:bodyPr/>
          <a:lstStyle/>
          <a:p>
            <a:pPr>
              <a:defRPr sz="1200"/>
            </a:pPr>
            <a:endParaRPr lang="en-US"/>
          </a:p>
        </c:txPr>
      </c:legendEntry>
      <c:layout>
        <c:manualLayout>
          <c:xMode val="edge"/>
          <c:yMode val="edge"/>
          <c:x val="0.80149253731343284"/>
          <c:y val="0.52835304493820856"/>
          <c:w val="0.17581008344106258"/>
          <c:h val="0.39444292135547893"/>
        </c:manualLayout>
      </c:layout>
      <c:overlay val="0"/>
    </c:legend>
    <c:plotVisOnly val="1"/>
    <c:dispBlanksAs val="gap"/>
    <c:showDLblsOverMax val="0"/>
  </c:chart>
  <c:txPr>
    <a:bodyPr/>
    <a:lstStyle/>
    <a:p>
      <a:pPr>
        <a:defRPr sz="16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296584438243166E-2"/>
          <c:y val="4.8713577469482974E-2"/>
          <c:w val="0.72089832193327852"/>
          <c:h val="0.71127185070697474"/>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E59-49E9-803D-8496346D7514}"/>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E59-49E9-803D-8496346D7514}"/>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E59-49E9-803D-8496346D7514}"/>
            </c:ext>
          </c:extLst>
        </c:ser>
        <c:dLbls>
          <c:showLegendKey val="0"/>
          <c:showVal val="0"/>
          <c:showCatName val="0"/>
          <c:showSerName val="0"/>
          <c:showPercent val="0"/>
          <c:showBubbleSize val="0"/>
        </c:dLbls>
        <c:gapWidth val="219"/>
        <c:overlap val="-27"/>
        <c:axId val="55849728"/>
        <c:axId val="55851264"/>
      </c:barChart>
      <c:catAx>
        <c:axId val="5584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55851264"/>
        <c:crosses val="autoZero"/>
        <c:auto val="1"/>
        <c:lblAlgn val="ctr"/>
        <c:lblOffset val="100"/>
        <c:noMultiLvlLbl val="0"/>
      </c:catAx>
      <c:valAx>
        <c:axId val="5585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849728"/>
        <c:crosses val="autoZero"/>
        <c:crossBetween val="between"/>
      </c:valAx>
      <c:spPr>
        <a:noFill/>
        <a:ln>
          <a:noFill/>
        </a:ln>
        <a:effectLst/>
      </c:spPr>
    </c:plotArea>
    <c:legend>
      <c:legendPos val="b"/>
      <c:layout>
        <c:manualLayout>
          <c:xMode val="edge"/>
          <c:yMode val="edge"/>
          <c:x val="0.8154296124150936"/>
          <c:y val="0.49854001583135465"/>
          <c:w val="0.17871519121995594"/>
          <c:h val="0.29683382888669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10/02/2025</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10/02/2025</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emf"/><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w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theme" Target="../theme/theme5.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AA194-756C-A92C-FC4A-625A246DF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75DB1-9BC1-E2BE-3BFA-3AE13D4FE3DA}"/>
              </a:ext>
            </a:extLst>
          </p:cNvPr>
          <p:cNvSpPr>
            <a:spLocks noGrp="1"/>
          </p:cNvSpPr>
          <p:nvPr>
            <p:ph type="title"/>
          </p:nvPr>
        </p:nvSpPr>
        <p:spPr/>
        <p:txBody>
          <a:bodyPr/>
          <a:lstStyle/>
          <a:p>
            <a:r>
              <a:rPr lang="en-US" sz="1800" b="1" dirty="0">
                <a:effectLst/>
                <a:latin typeface="Calibri" panose="020F0502020204030204" pitchFamily="34" charset="0"/>
              </a:rPr>
              <a:t>Interfacing a Two-Level Silicon Carbide Inverter to a Rapid Control Prototyping Platform</a:t>
            </a:r>
            <a:endParaRPr lang="en-GB" dirty="0"/>
          </a:p>
        </p:txBody>
      </p:sp>
      <p:sp>
        <p:nvSpPr>
          <p:cNvPr id="3" name="Content Placeholder 2">
            <a:extLst>
              <a:ext uri="{FF2B5EF4-FFF2-40B4-BE49-F238E27FC236}">
                <a16:creationId xmlns:a16="http://schemas.microsoft.com/office/drawing/2014/main" id="{AEF019F9-6A75-FD70-0081-79D780FE6ECF}"/>
              </a:ext>
            </a:extLst>
          </p:cNvPr>
          <p:cNvSpPr>
            <a:spLocks noGrp="1"/>
          </p:cNvSpPr>
          <p:nvPr>
            <p:ph idx="10"/>
          </p:nvPr>
        </p:nvSpPr>
        <p:spPr/>
        <p:txBody>
          <a:bodyPr/>
          <a:lstStyle/>
          <a:p>
            <a:r>
              <a:rPr lang="en-GB" dirty="0"/>
              <a:t>Seongmin Park</a:t>
            </a:r>
          </a:p>
          <a:p>
            <a:r>
              <a:rPr lang="en-GB" dirty="0"/>
              <a:t>Munich, 14.02.2025</a:t>
            </a:r>
          </a:p>
        </p:txBody>
      </p:sp>
    </p:spTree>
    <p:extLst>
      <p:ext uri="{BB962C8B-B14F-4D97-AF65-F5344CB8AC3E}">
        <p14:creationId xmlns:p14="http://schemas.microsoft.com/office/powerpoint/2010/main" val="348710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9CA1EB-7A15-B700-066F-3ED639E29368}"/>
              </a:ext>
            </a:extLst>
          </p:cNvPr>
          <p:cNvSpPr>
            <a:spLocks noGrp="1"/>
          </p:cNvSpPr>
          <p:nvPr>
            <p:ph idx="14"/>
          </p:nvPr>
        </p:nvSpPr>
        <p:spPr/>
        <p:txBody>
          <a:bodyPr/>
          <a:lstStyle/>
          <a:p>
            <a:pPr marL="285750" indent="-285750">
              <a:buFont typeface="Arial" panose="020B0604020202020204" pitchFamily="34" charset="0"/>
              <a:buChar char="•"/>
            </a:pPr>
            <a:r>
              <a:rPr lang="en-US" dirty="0" err="1"/>
              <a:t>Wolfspeed</a:t>
            </a:r>
            <a:r>
              <a:rPr lang="en-US" dirty="0"/>
              <a:t> 25kW 3-Phase Inverter</a:t>
            </a:r>
          </a:p>
          <a:p>
            <a:pPr marL="285750" indent="-285750">
              <a:buFont typeface="Arial" panose="020B0604020202020204" pitchFamily="34" charset="0"/>
              <a:buChar char="•"/>
            </a:pPr>
            <a:r>
              <a:rPr lang="en-US" dirty="0" err="1"/>
              <a:t>Ultrazohm</a:t>
            </a:r>
            <a:r>
              <a:rPr lang="en-US" dirty="0"/>
              <a:t> (?is this necessary)</a:t>
            </a:r>
          </a:p>
          <a:p>
            <a:pPr marL="285750" indent="-285750">
              <a:buFont typeface="Arial" panose="020B0604020202020204" pitchFamily="34" charset="0"/>
              <a:buChar char="•"/>
            </a:pPr>
            <a:r>
              <a:rPr lang="en-US" dirty="0"/>
              <a:t>Goal</a:t>
            </a:r>
          </a:p>
          <a:p>
            <a:pPr marL="285750" indent="-285750">
              <a:buFont typeface="Arial" panose="020B0604020202020204" pitchFamily="34" charset="0"/>
              <a:buChar char="•"/>
            </a:pPr>
            <a:r>
              <a:rPr lang="en-US" dirty="0"/>
              <a:t>Progress</a:t>
            </a:r>
          </a:p>
          <a:p>
            <a:pPr marL="285750" indent="-285750">
              <a:buFont typeface="Arial" panose="020B0604020202020204" pitchFamily="34" charset="0"/>
              <a:buChar char="•"/>
            </a:pPr>
            <a:r>
              <a:rPr lang="en-US" dirty="0"/>
              <a:t>Next Steps</a:t>
            </a:r>
            <a:endParaRPr lang="en-DE" dirty="0"/>
          </a:p>
        </p:txBody>
      </p:sp>
      <p:sp>
        <p:nvSpPr>
          <p:cNvPr id="3" name="Content Placeholder 2">
            <a:extLst>
              <a:ext uri="{FF2B5EF4-FFF2-40B4-BE49-F238E27FC236}">
                <a16:creationId xmlns:a16="http://schemas.microsoft.com/office/drawing/2014/main" id="{0C5DFEEA-F852-E624-B8F0-68A6F4BD716A}"/>
              </a:ext>
            </a:extLst>
          </p:cNvPr>
          <p:cNvSpPr>
            <a:spLocks noGrp="1"/>
          </p:cNvSpPr>
          <p:nvPr>
            <p:ph idx="15"/>
          </p:nvPr>
        </p:nvSpPr>
        <p:spPr/>
        <p:txBody>
          <a:bodyPr/>
          <a:lstStyle/>
          <a:p>
            <a:endParaRPr lang="en-DE"/>
          </a:p>
        </p:txBody>
      </p:sp>
      <p:sp>
        <p:nvSpPr>
          <p:cNvPr id="4" name="Slide Number Placeholder 3">
            <a:extLst>
              <a:ext uri="{FF2B5EF4-FFF2-40B4-BE49-F238E27FC236}">
                <a16:creationId xmlns:a16="http://schemas.microsoft.com/office/drawing/2014/main" id="{F8742129-F7EB-6662-57DB-74AB85BA5DF7}"/>
              </a:ext>
            </a:extLst>
          </p:cNvPr>
          <p:cNvSpPr>
            <a:spLocks noGrp="1"/>
          </p:cNvSpPr>
          <p:nvPr>
            <p:ph type="sldNum" sz="quarter" idx="16"/>
          </p:nvPr>
        </p:nvSpPr>
        <p:spPr/>
        <p:txBody>
          <a:bodyPr/>
          <a:lstStyle/>
          <a:p>
            <a:fld id="{CE58CB1E-F828-4F11-99E0-327109AF9DA4}" type="slidenum">
              <a:rPr lang="de-DE" smtClean="0"/>
              <a:pPr/>
              <a:t>2</a:t>
            </a:fld>
            <a:endParaRPr lang="de-DE" dirty="0"/>
          </a:p>
        </p:txBody>
      </p:sp>
      <p:sp>
        <p:nvSpPr>
          <p:cNvPr id="5" name="Footer Placeholder 4">
            <a:extLst>
              <a:ext uri="{FF2B5EF4-FFF2-40B4-BE49-F238E27FC236}">
                <a16:creationId xmlns:a16="http://schemas.microsoft.com/office/drawing/2014/main" id="{1BE54402-A0F8-B6E7-515B-2F4B6F5C631F}"/>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4093266F-833C-2BC6-96C2-88F6C201ADD3}"/>
              </a:ext>
            </a:extLst>
          </p:cNvPr>
          <p:cNvSpPr>
            <a:spLocks noGrp="1"/>
          </p:cNvSpPr>
          <p:nvPr>
            <p:ph type="title"/>
          </p:nvPr>
        </p:nvSpPr>
        <p:spPr/>
        <p:txBody>
          <a:bodyPr/>
          <a:lstStyle/>
          <a:p>
            <a:r>
              <a:rPr lang="en-US" dirty="0"/>
              <a:t>Table of Contents</a:t>
            </a:r>
            <a:endParaRPr lang="en-DE" dirty="0"/>
          </a:p>
        </p:txBody>
      </p:sp>
      <p:sp>
        <p:nvSpPr>
          <p:cNvPr id="7" name="Text Placeholder 6">
            <a:extLst>
              <a:ext uri="{FF2B5EF4-FFF2-40B4-BE49-F238E27FC236}">
                <a16:creationId xmlns:a16="http://schemas.microsoft.com/office/drawing/2014/main" id="{5887FE6D-69C4-83D9-D237-D5989A0364B7}"/>
              </a:ext>
            </a:extLst>
          </p:cNvPr>
          <p:cNvSpPr>
            <a:spLocks noGrp="1"/>
          </p:cNvSpPr>
          <p:nvPr>
            <p:ph type="body" sz="quarter" idx="18"/>
          </p:nvPr>
        </p:nvSpPr>
        <p:spPr/>
        <p:txBody>
          <a:bodyPr/>
          <a:lstStyle/>
          <a:p>
            <a:endParaRPr lang="en-DE"/>
          </a:p>
        </p:txBody>
      </p:sp>
    </p:spTree>
    <p:extLst>
      <p:ext uri="{BB962C8B-B14F-4D97-AF65-F5344CB8AC3E}">
        <p14:creationId xmlns:p14="http://schemas.microsoft.com/office/powerpoint/2010/main" val="759086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0E4783-11B7-69F5-1469-919A5DA1103C}"/>
              </a:ext>
            </a:extLst>
          </p:cNvPr>
          <p:cNvSpPr>
            <a:spLocks noGrp="1"/>
          </p:cNvSpPr>
          <p:nvPr>
            <p:ph idx="14"/>
          </p:nvPr>
        </p:nvSpPr>
        <p:spPr>
          <a:xfrm>
            <a:off x="311162" y="1222524"/>
            <a:ext cx="4180910" cy="3475102"/>
          </a:xfrm>
        </p:spPr>
        <p:txBody>
          <a:bodyPr wrap="square" anchor="t">
            <a:normAutofit/>
          </a:bodyPr>
          <a:lstStyle/>
          <a:p>
            <a:pPr marL="285750" indent="-285750">
              <a:spcAft>
                <a:spcPts val="600"/>
              </a:spcAft>
              <a:buFont typeface="Arial" panose="020B0604020202020204" pitchFamily="34" charset="0"/>
              <a:buChar char="•"/>
            </a:pPr>
            <a:r>
              <a:rPr lang="en-US" dirty="0"/>
              <a:t>2-Level 25kW Silicon Carbide</a:t>
            </a:r>
          </a:p>
          <a:p>
            <a:pPr marL="285750" indent="-285750">
              <a:spcAft>
                <a:spcPts val="600"/>
              </a:spcAft>
              <a:buFont typeface="Arial" panose="020B0604020202020204" pitchFamily="34" charset="0"/>
              <a:buChar char="•"/>
            </a:pPr>
            <a:r>
              <a:rPr lang="en-US" dirty="0"/>
              <a:t>Max. 1000V DC</a:t>
            </a:r>
          </a:p>
          <a:p>
            <a:pPr marL="285750" indent="-285750">
              <a:spcAft>
                <a:spcPts val="600"/>
              </a:spcAft>
              <a:buFont typeface="Arial" panose="020B0604020202020204" pitchFamily="34" charset="0"/>
              <a:buChar char="•"/>
            </a:pPr>
            <a:r>
              <a:rPr lang="en-US" dirty="0"/>
              <a:t>Max. 100kHz switching frequency</a:t>
            </a:r>
          </a:p>
          <a:p>
            <a:pPr>
              <a:spcAft>
                <a:spcPts val="600"/>
              </a:spcAft>
            </a:pPr>
            <a:endParaRPr lang="en-DE" dirty="0"/>
          </a:p>
        </p:txBody>
      </p:sp>
      <p:pic>
        <p:nvPicPr>
          <p:cNvPr id="8" name="Picture 7">
            <a:extLst>
              <a:ext uri="{FF2B5EF4-FFF2-40B4-BE49-F238E27FC236}">
                <a16:creationId xmlns:a16="http://schemas.microsoft.com/office/drawing/2014/main" id="{A96A5C34-B84B-B4B9-9791-88587AEF0719}"/>
              </a:ext>
            </a:extLst>
          </p:cNvPr>
          <p:cNvPicPr>
            <a:picLocks noChangeAspect="1"/>
          </p:cNvPicPr>
          <p:nvPr/>
        </p:nvPicPr>
        <p:blipFill>
          <a:blip r:embed="rId2"/>
          <a:stretch>
            <a:fillRect/>
          </a:stretch>
        </p:blipFill>
        <p:spPr>
          <a:xfrm>
            <a:off x="3299847" y="2134345"/>
            <a:ext cx="5528242" cy="2183655"/>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2E7A6922-C9F8-770F-E63B-CE030014A49E}"/>
              </a:ext>
            </a:extLst>
          </p:cNvPr>
          <p:cNvSpPr>
            <a:spLocks noGrp="1"/>
          </p:cNvSpPr>
          <p:nvPr>
            <p:ph type="sldNum" sz="quarter" idx="16"/>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3</a:t>
            </a:fld>
            <a:endParaRPr lang="de-DE"/>
          </a:p>
        </p:txBody>
      </p:sp>
      <p:sp>
        <p:nvSpPr>
          <p:cNvPr id="5" name="Footer Placeholder 4">
            <a:extLst>
              <a:ext uri="{FF2B5EF4-FFF2-40B4-BE49-F238E27FC236}">
                <a16:creationId xmlns:a16="http://schemas.microsoft.com/office/drawing/2014/main" id="{F55909BC-F7E5-8FCD-1EA2-1A0BE979903E}"/>
              </a:ext>
            </a:extLst>
          </p:cNvPr>
          <p:cNvSpPr>
            <a:spLocks noGrp="1"/>
          </p:cNvSpPr>
          <p:nvPr>
            <p:ph type="ftr" sz="quarter" idx="17"/>
          </p:nvPr>
        </p:nvSpPr>
        <p:spPr>
          <a:xfrm>
            <a:off x="311162" y="4854985"/>
            <a:ext cx="6464280" cy="273844"/>
          </a:xfrm>
        </p:spPr>
        <p:txBody>
          <a:bodyPr anchor="ctr">
            <a:normAutofit/>
          </a:bodyPr>
          <a:lstStyle/>
          <a:p>
            <a:pPr>
              <a:spcAft>
                <a:spcPts val="600"/>
              </a:spcAft>
            </a:pPr>
            <a:r>
              <a:rPr lang="de-DE"/>
              <a:t>Dr. rer. nat. Erika Mustermann (TUM) | kann beliebig erweitert werden | Infos mit Strich trennen</a:t>
            </a:r>
            <a:endParaRPr lang="en-US"/>
          </a:p>
        </p:txBody>
      </p:sp>
      <p:sp>
        <p:nvSpPr>
          <p:cNvPr id="6" name="Title 5">
            <a:extLst>
              <a:ext uri="{FF2B5EF4-FFF2-40B4-BE49-F238E27FC236}">
                <a16:creationId xmlns:a16="http://schemas.microsoft.com/office/drawing/2014/main" id="{D132120B-48DC-5703-F862-0CB97A447C73}"/>
              </a:ext>
            </a:extLst>
          </p:cNvPr>
          <p:cNvSpPr>
            <a:spLocks noGrp="1"/>
          </p:cNvSpPr>
          <p:nvPr>
            <p:ph type="title"/>
          </p:nvPr>
        </p:nvSpPr>
        <p:spPr>
          <a:xfrm>
            <a:off x="311162" y="293460"/>
            <a:ext cx="8508999" cy="380810"/>
          </a:xfrm>
        </p:spPr>
        <p:txBody>
          <a:bodyPr wrap="square" anchor="t">
            <a:normAutofit/>
          </a:bodyPr>
          <a:lstStyle/>
          <a:p>
            <a:r>
              <a:rPr lang="en-US" dirty="0" err="1"/>
              <a:t>Wolfspeed</a:t>
            </a:r>
            <a:r>
              <a:rPr lang="en-US" dirty="0"/>
              <a:t> Inverter</a:t>
            </a:r>
            <a:endParaRPr lang="en-DE" dirty="0"/>
          </a:p>
        </p:txBody>
      </p:sp>
      <p:sp>
        <p:nvSpPr>
          <p:cNvPr id="7" name="Text Placeholder 6">
            <a:extLst>
              <a:ext uri="{FF2B5EF4-FFF2-40B4-BE49-F238E27FC236}">
                <a16:creationId xmlns:a16="http://schemas.microsoft.com/office/drawing/2014/main" id="{582446AB-564C-6A8F-15FC-41811CDF933F}"/>
              </a:ext>
            </a:extLst>
          </p:cNvPr>
          <p:cNvSpPr>
            <a:spLocks noGrp="1"/>
          </p:cNvSpPr>
          <p:nvPr>
            <p:ph type="body" sz="quarter" idx="18"/>
          </p:nvPr>
        </p:nvSpPr>
        <p:spPr>
          <a:xfrm>
            <a:off x="311161" y="684430"/>
            <a:ext cx="8508999" cy="321410"/>
          </a:xfrm>
        </p:spPr>
        <p:txBody>
          <a:bodyPr>
            <a:normAutofit/>
          </a:bodyPr>
          <a:lstStyle/>
          <a:p>
            <a:r>
              <a:rPr lang="en-US" sz="1400"/>
              <a:t>Specifications</a:t>
            </a:r>
            <a:endParaRPr lang="en-DE" sz="1400"/>
          </a:p>
        </p:txBody>
      </p:sp>
    </p:spTree>
    <p:extLst>
      <p:ext uri="{BB962C8B-B14F-4D97-AF65-F5344CB8AC3E}">
        <p14:creationId xmlns:p14="http://schemas.microsoft.com/office/powerpoint/2010/main" val="295034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28BA3-7268-EEF5-BD73-C6190298E0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73FF6E-0345-A870-5782-A5107C459FA7}"/>
              </a:ext>
            </a:extLst>
          </p:cNvPr>
          <p:cNvSpPr>
            <a:spLocks noGrp="1"/>
          </p:cNvSpPr>
          <p:nvPr>
            <p:ph idx="14"/>
          </p:nvPr>
        </p:nvSpPr>
        <p:spPr/>
        <p:txBody>
          <a:bodyPr/>
          <a:lstStyle/>
          <a:p>
            <a:pPr marL="285750" indent="-285750">
              <a:buFont typeface="Arial" panose="020B0604020202020204" pitchFamily="34" charset="0"/>
              <a:buChar char="•"/>
            </a:pPr>
            <a:r>
              <a:rPr lang="en-US" dirty="0"/>
              <a:t>Solar &amp; Energy Storage Systems</a:t>
            </a:r>
          </a:p>
          <a:p>
            <a:pPr marL="285750" indent="-285750">
              <a:buFont typeface="Arial" panose="020B0604020202020204" pitchFamily="34" charset="0"/>
              <a:buChar char="•"/>
            </a:pPr>
            <a:r>
              <a:rPr lang="en-US" dirty="0"/>
              <a:t>Smart Grid/Grid tied Distributed Generation</a:t>
            </a:r>
          </a:p>
          <a:p>
            <a:pPr marL="285750" indent="-285750">
              <a:buFont typeface="Arial" panose="020B0604020202020204" pitchFamily="34" charset="0"/>
              <a:buChar char="•"/>
            </a:pPr>
            <a:r>
              <a:rPr lang="en-US" dirty="0"/>
              <a:t>Off board charging</a:t>
            </a:r>
          </a:p>
          <a:p>
            <a:pPr marL="285750" indent="-285750">
              <a:buFont typeface="Arial" panose="020B0604020202020204" pitchFamily="34" charset="0"/>
              <a:buChar char="•"/>
            </a:pPr>
            <a:r>
              <a:rPr lang="en-US" dirty="0"/>
              <a:t>Industrial Motor Drives</a:t>
            </a:r>
          </a:p>
          <a:p>
            <a:pPr marL="285750" indent="-285750">
              <a:buFont typeface="Arial" panose="020B0604020202020204" pitchFamily="34" charset="0"/>
              <a:buChar char="•"/>
            </a:pPr>
            <a:r>
              <a:rPr lang="en-US" dirty="0"/>
              <a:t>UPS</a:t>
            </a:r>
            <a:endParaRPr lang="en-DE" dirty="0"/>
          </a:p>
        </p:txBody>
      </p:sp>
      <p:sp>
        <p:nvSpPr>
          <p:cNvPr id="3" name="Content Placeholder 2">
            <a:extLst>
              <a:ext uri="{FF2B5EF4-FFF2-40B4-BE49-F238E27FC236}">
                <a16:creationId xmlns:a16="http://schemas.microsoft.com/office/drawing/2014/main" id="{07FA0DAD-17B6-82B1-D78C-4C7710AB0379}"/>
              </a:ext>
            </a:extLst>
          </p:cNvPr>
          <p:cNvSpPr>
            <a:spLocks noGrp="1"/>
          </p:cNvSpPr>
          <p:nvPr>
            <p:ph idx="15"/>
          </p:nvPr>
        </p:nvSpPr>
        <p:spPr/>
        <p:txBody>
          <a:bodyPr/>
          <a:lstStyle/>
          <a:p>
            <a:endParaRPr lang="en-DE"/>
          </a:p>
        </p:txBody>
      </p:sp>
      <p:sp>
        <p:nvSpPr>
          <p:cNvPr id="4" name="Slide Number Placeholder 3">
            <a:extLst>
              <a:ext uri="{FF2B5EF4-FFF2-40B4-BE49-F238E27FC236}">
                <a16:creationId xmlns:a16="http://schemas.microsoft.com/office/drawing/2014/main" id="{0FC8E82D-54CF-C792-E447-0E1423C56984}"/>
              </a:ext>
            </a:extLst>
          </p:cNvPr>
          <p:cNvSpPr>
            <a:spLocks noGrp="1"/>
          </p:cNvSpPr>
          <p:nvPr>
            <p:ph type="sldNum" sz="quarter" idx="16"/>
          </p:nvPr>
        </p:nvSpPr>
        <p:spPr/>
        <p:txBody>
          <a:bodyPr/>
          <a:lstStyle/>
          <a:p>
            <a:fld id="{CE58CB1E-F828-4F11-99E0-327109AF9DA4}" type="slidenum">
              <a:rPr lang="de-DE" smtClean="0"/>
              <a:pPr/>
              <a:t>4</a:t>
            </a:fld>
            <a:endParaRPr lang="de-DE" dirty="0"/>
          </a:p>
        </p:txBody>
      </p:sp>
      <p:sp>
        <p:nvSpPr>
          <p:cNvPr id="5" name="Footer Placeholder 4">
            <a:extLst>
              <a:ext uri="{FF2B5EF4-FFF2-40B4-BE49-F238E27FC236}">
                <a16:creationId xmlns:a16="http://schemas.microsoft.com/office/drawing/2014/main" id="{AF233F64-A390-6A7B-6635-0E8AE1B61A67}"/>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35950BFA-0A41-3987-ACD8-AEE97ECC5FF7}"/>
              </a:ext>
            </a:extLst>
          </p:cNvPr>
          <p:cNvSpPr>
            <a:spLocks noGrp="1"/>
          </p:cNvSpPr>
          <p:nvPr>
            <p:ph type="title"/>
          </p:nvPr>
        </p:nvSpPr>
        <p:spPr/>
        <p:txBody>
          <a:bodyPr/>
          <a:lstStyle/>
          <a:p>
            <a:r>
              <a:rPr lang="en-US" dirty="0"/>
              <a:t>Applications</a:t>
            </a:r>
            <a:endParaRPr lang="en-DE" dirty="0"/>
          </a:p>
        </p:txBody>
      </p:sp>
    </p:spTree>
    <p:extLst>
      <p:ext uri="{BB962C8B-B14F-4D97-AF65-F5344CB8AC3E}">
        <p14:creationId xmlns:p14="http://schemas.microsoft.com/office/powerpoint/2010/main" val="101580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096161-841C-7772-3F59-B84E2D436397}"/>
              </a:ext>
            </a:extLst>
          </p:cNvPr>
          <p:cNvSpPr>
            <a:spLocks noGrp="1"/>
          </p:cNvSpPr>
          <p:nvPr>
            <p:ph idx="14"/>
          </p:nvPr>
        </p:nvSpPr>
        <p:spPr/>
        <p:txBody>
          <a:bodyPr/>
          <a:lstStyle/>
          <a:p>
            <a:pPr marL="285750" indent="-285750">
              <a:buFont typeface="Arial" panose="020B0604020202020204" pitchFamily="34" charset="0"/>
              <a:buChar char="•"/>
            </a:pPr>
            <a:r>
              <a:rPr lang="en-US" dirty="0"/>
              <a:t>Electrical Vehicle power trains</a:t>
            </a:r>
            <a:endParaRPr lang="en-DE" dirty="0"/>
          </a:p>
        </p:txBody>
      </p:sp>
      <p:sp>
        <p:nvSpPr>
          <p:cNvPr id="3" name="Content Placeholder 2">
            <a:extLst>
              <a:ext uri="{FF2B5EF4-FFF2-40B4-BE49-F238E27FC236}">
                <a16:creationId xmlns:a16="http://schemas.microsoft.com/office/drawing/2014/main" id="{DC968557-530B-6F0A-66F9-885E745B9BB9}"/>
              </a:ext>
            </a:extLst>
          </p:cNvPr>
          <p:cNvSpPr>
            <a:spLocks noGrp="1"/>
          </p:cNvSpPr>
          <p:nvPr>
            <p:ph idx="15"/>
          </p:nvPr>
        </p:nvSpPr>
        <p:spPr/>
        <p:txBody>
          <a:bodyPr/>
          <a:lstStyle/>
          <a:p>
            <a:endParaRPr lang="en-DE"/>
          </a:p>
        </p:txBody>
      </p:sp>
      <p:sp>
        <p:nvSpPr>
          <p:cNvPr id="4" name="Slide Number Placeholder 3">
            <a:extLst>
              <a:ext uri="{FF2B5EF4-FFF2-40B4-BE49-F238E27FC236}">
                <a16:creationId xmlns:a16="http://schemas.microsoft.com/office/drawing/2014/main" id="{D432CD0E-09AE-AC42-73C2-F2E4C735F156}"/>
              </a:ext>
            </a:extLst>
          </p:cNvPr>
          <p:cNvSpPr>
            <a:spLocks noGrp="1"/>
          </p:cNvSpPr>
          <p:nvPr>
            <p:ph type="sldNum" sz="quarter" idx="16"/>
          </p:nvPr>
        </p:nvSpPr>
        <p:spPr/>
        <p:txBody>
          <a:bodyPr/>
          <a:lstStyle/>
          <a:p>
            <a:fld id="{CE58CB1E-F828-4F11-99E0-327109AF9DA4}" type="slidenum">
              <a:rPr lang="de-DE" smtClean="0"/>
              <a:pPr/>
              <a:t>5</a:t>
            </a:fld>
            <a:endParaRPr lang="de-DE" dirty="0"/>
          </a:p>
        </p:txBody>
      </p:sp>
      <p:sp>
        <p:nvSpPr>
          <p:cNvPr id="5" name="Footer Placeholder 4">
            <a:extLst>
              <a:ext uri="{FF2B5EF4-FFF2-40B4-BE49-F238E27FC236}">
                <a16:creationId xmlns:a16="http://schemas.microsoft.com/office/drawing/2014/main" id="{449DB77C-69BF-4A70-F916-12493A8C8125}"/>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3BFB8D9C-B0C1-CC3F-08DA-E694B9A801F5}"/>
              </a:ext>
            </a:extLst>
          </p:cNvPr>
          <p:cNvSpPr>
            <a:spLocks noGrp="1"/>
          </p:cNvSpPr>
          <p:nvPr>
            <p:ph type="title"/>
          </p:nvPr>
        </p:nvSpPr>
        <p:spPr/>
        <p:txBody>
          <a:bodyPr/>
          <a:lstStyle/>
          <a:p>
            <a:r>
              <a:rPr lang="en-US" dirty="0"/>
              <a:t>Market Trends &amp; Development Goals</a:t>
            </a:r>
            <a:endParaRPr lang="en-DE" dirty="0"/>
          </a:p>
        </p:txBody>
      </p:sp>
    </p:spTree>
    <p:extLst>
      <p:ext uri="{BB962C8B-B14F-4D97-AF65-F5344CB8AC3E}">
        <p14:creationId xmlns:p14="http://schemas.microsoft.com/office/powerpoint/2010/main" val="2767883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E6FA5-E45E-8D5F-C35D-3579B2E3B1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96CA84-03DC-2234-53E8-1ED697516C5F}"/>
              </a:ext>
            </a:extLst>
          </p:cNvPr>
          <p:cNvSpPr>
            <a:spLocks noGrp="1"/>
          </p:cNvSpPr>
          <p:nvPr>
            <p:ph idx="14"/>
          </p:nvPr>
        </p:nvSpPr>
        <p:spPr/>
        <p:txBody>
          <a:bodyPr/>
          <a:lstStyle/>
          <a:p>
            <a:pPr marL="285750" indent="-285750">
              <a:buFont typeface="Arial" panose="020B0604020202020204" pitchFamily="34" charset="0"/>
              <a:buChar char="•"/>
            </a:pPr>
            <a:endParaRPr lang="en-DE" dirty="0"/>
          </a:p>
        </p:txBody>
      </p:sp>
      <p:sp>
        <p:nvSpPr>
          <p:cNvPr id="3" name="Content Placeholder 2">
            <a:extLst>
              <a:ext uri="{FF2B5EF4-FFF2-40B4-BE49-F238E27FC236}">
                <a16:creationId xmlns:a16="http://schemas.microsoft.com/office/drawing/2014/main" id="{878F47E8-6AA8-4C4E-5BE5-479D763D4E7D}"/>
              </a:ext>
            </a:extLst>
          </p:cNvPr>
          <p:cNvSpPr>
            <a:spLocks noGrp="1"/>
          </p:cNvSpPr>
          <p:nvPr>
            <p:ph idx="15"/>
          </p:nvPr>
        </p:nvSpPr>
        <p:spPr/>
        <p:txBody>
          <a:bodyPr/>
          <a:lstStyle/>
          <a:p>
            <a:endParaRPr lang="en-DE"/>
          </a:p>
        </p:txBody>
      </p:sp>
      <p:sp>
        <p:nvSpPr>
          <p:cNvPr id="4" name="Slide Number Placeholder 3">
            <a:extLst>
              <a:ext uri="{FF2B5EF4-FFF2-40B4-BE49-F238E27FC236}">
                <a16:creationId xmlns:a16="http://schemas.microsoft.com/office/drawing/2014/main" id="{273CAE25-1194-4391-DEBF-E88D717E3FA9}"/>
              </a:ext>
            </a:extLst>
          </p:cNvPr>
          <p:cNvSpPr>
            <a:spLocks noGrp="1"/>
          </p:cNvSpPr>
          <p:nvPr>
            <p:ph type="sldNum" sz="quarter" idx="16"/>
          </p:nvPr>
        </p:nvSpPr>
        <p:spPr/>
        <p:txBody>
          <a:bodyPr/>
          <a:lstStyle/>
          <a:p>
            <a:fld id="{CE58CB1E-F828-4F11-99E0-327109AF9DA4}" type="slidenum">
              <a:rPr lang="de-DE" smtClean="0"/>
              <a:pPr/>
              <a:t>6</a:t>
            </a:fld>
            <a:endParaRPr lang="de-DE" dirty="0"/>
          </a:p>
        </p:txBody>
      </p:sp>
      <p:sp>
        <p:nvSpPr>
          <p:cNvPr id="5" name="Footer Placeholder 4">
            <a:extLst>
              <a:ext uri="{FF2B5EF4-FFF2-40B4-BE49-F238E27FC236}">
                <a16:creationId xmlns:a16="http://schemas.microsoft.com/office/drawing/2014/main" id="{845AFE36-9246-28E9-0A48-DE420DC78E02}"/>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C331197C-86B2-204C-C893-A9FD5B68503A}"/>
              </a:ext>
            </a:extLst>
          </p:cNvPr>
          <p:cNvSpPr>
            <a:spLocks noGrp="1"/>
          </p:cNvSpPr>
          <p:nvPr>
            <p:ph type="title"/>
          </p:nvPr>
        </p:nvSpPr>
        <p:spPr/>
        <p:txBody>
          <a:bodyPr/>
          <a:lstStyle/>
          <a:p>
            <a:r>
              <a:rPr lang="en-US" dirty="0" err="1"/>
              <a:t>Ultrazohm</a:t>
            </a:r>
            <a:endParaRPr lang="en-DE" dirty="0"/>
          </a:p>
        </p:txBody>
      </p:sp>
    </p:spTree>
    <p:extLst>
      <p:ext uri="{BB962C8B-B14F-4D97-AF65-F5344CB8AC3E}">
        <p14:creationId xmlns:p14="http://schemas.microsoft.com/office/powerpoint/2010/main" val="2951927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83E5-95DA-5C92-445E-0D2F0DEC81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4B6A8B-06A8-D9F2-BBEF-1CFBCA28AB5F}"/>
              </a:ext>
            </a:extLst>
          </p:cNvPr>
          <p:cNvSpPr>
            <a:spLocks noGrp="1"/>
          </p:cNvSpPr>
          <p:nvPr>
            <p:ph idx="1"/>
          </p:nvPr>
        </p:nvSpPr>
        <p:spPr/>
        <p:txBody>
          <a:bodyPr/>
          <a:lstStyle/>
          <a:p>
            <a:r>
              <a:rPr lang="de-DE" dirty="0"/>
              <a:t>Als Grundlage dient der Corporate Design Style Guide der TUM.</a:t>
            </a:r>
            <a:br>
              <a:rPr lang="de-DE" dirty="0"/>
            </a:br>
            <a:r>
              <a:rPr lang="de-DE" dirty="0"/>
              <a:t>Die Präsentationsvorlage ist auf gute Lesbarkeit und klare Darstellung von Informationen optimiert.</a:t>
            </a:r>
          </a:p>
          <a:p>
            <a:endParaRPr lang="en-GB" dirty="0"/>
          </a:p>
        </p:txBody>
      </p:sp>
      <p:sp>
        <p:nvSpPr>
          <p:cNvPr id="3" name="Slide Number Placeholder 2">
            <a:extLst>
              <a:ext uri="{FF2B5EF4-FFF2-40B4-BE49-F238E27FC236}">
                <a16:creationId xmlns:a16="http://schemas.microsoft.com/office/drawing/2014/main" id="{010E3A80-E008-8599-CB9A-4B411CFDA115}"/>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4" name="Footer Placeholder 3">
            <a:extLst>
              <a:ext uri="{FF2B5EF4-FFF2-40B4-BE49-F238E27FC236}">
                <a16:creationId xmlns:a16="http://schemas.microsoft.com/office/drawing/2014/main" id="{3843F162-945B-9AAE-862C-D19262CAFA9A}"/>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D5BD0FF4-68C9-4B55-4F57-E89E590D0914}"/>
              </a:ext>
            </a:extLst>
          </p:cNvPr>
          <p:cNvSpPr>
            <a:spLocks noGrp="1"/>
          </p:cNvSpPr>
          <p:nvPr>
            <p:ph type="title"/>
          </p:nvPr>
        </p:nvSpPr>
        <p:spPr/>
        <p:txBody>
          <a:bodyPr/>
          <a:lstStyle/>
          <a:p>
            <a:r>
              <a:rPr lang="de-DE" dirty="0"/>
              <a:t>Goal</a:t>
            </a:r>
            <a:endParaRPr lang="en-GB" dirty="0"/>
          </a:p>
        </p:txBody>
      </p:sp>
      <p:sp>
        <p:nvSpPr>
          <p:cNvPr id="6" name="Text Placeholder 5">
            <a:extLst>
              <a:ext uri="{FF2B5EF4-FFF2-40B4-BE49-F238E27FC236}">
                <a16:creationId xmlns:a16="http://schemas.microsoft.com/office/drawing/2014/main" id="{9D512E33-93F4-DA6B-E7EE-A609DCD857CB}"/>
              </a:ext>
            </a:extLst>
          </p:cNvPr>
          <p:cNvSpPr>
            <a:spLocks noGrp="1"/>
          </p:cNvSpPr>
          <p:nvPr>
            <p:ph type="body" sz="quarter" idx="14"/>
          </p:nvPr>
        </p:nvSpPr>
        <p:spPr/>
        <p:txBody>
          <a:bodyPr/>
          <a:lstStyle/>
          <a:p>
            <a:r>
              <a:rPr lang="de-DE" dirty="0"/>
              <a:t>Masterfolien</a:t>
            </a:r>
            <a:endParaRPr lang="en-GB" dirty="0"/>
          </a:p>
        </p:txBody>
      </p:sp>
    </p:spTree>
    <p:extLst>
      <p:ext uri="{BB962C8B-B14F-4D97-AF65-F5344CB8AC3E}">
        <p14:creationId xmlns:p14="http://schemas.microsoft.com/office/powerpoint/2010/main" val="372108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30F8B-213D-4DA4-6B02-77E67DB437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BB4B8D-A720-7F24-F07C-7ECEDA2D8958}"/>
              </a:ext>
            </a:extLst>
          </p:cNvPr>
          <p:cNvSpPr>
            <a:spLocks noGrp="1"/>
          </p:cNvSpPr>
          <p:nvPr>
            <p:ph idx="1"/>
          </p:nvPr>
        </p:nvSpPr>
        <p:spPr/>
        <p:txBody>
          <a:bodyPr/>
          <a:lstStyle/>
          <a:p>
            <a:pPr marL="285750" indent="-285750">
              <a:buFont typeface="Arial" panose="020B0604020202020204" pitchFamily="34" charset="0"/>
              <a:buChar char="•"/>
            </a:pPr>
            <a:r>
              <a:rPr lang="de-DE" dirty="0"/>
              <a:t>Signal Analysis</a:t>
            </a:r>
          </a:p>
          <a:p>
            <a:pPr marL="285750" indent="-285750">
              <a:buFont typeface="Arial" panose="020B0604020202020204" pitchFamily="34" charset="0"/>
              <a:buChar char="•"/>
            </a:pPr>
            <a:r>
              <a:rPr lang="de-DE" dirty="0"/>
              <a:t>Simulation</a:t>
            </a:r>
          </a:p>
          <a:p>
            <a:pPr marL="285750" indent="-285750">
              <a:buFont typeface="Arial" panose="020B0604020202020204" pitchFamily="34" charset="0"/>
              <a:buChar char="•"/>
            </a:pPr>
            <a:r>
              <a:rPr lang="de-DE" dirty="0" err="1"/>
              <a:t>Voltage</a:t>
            </a:r>
            <a:r>
              <a:rPr lang="de-DE" dirty="0"/>
              <a:t> Level Definition</a:t>
            </a:r>
          </a:p>
          <a:p>
            <a:endParaRPr lang="en-GB" dirty="0"/>
          </a:p>
        </p:txBody>
      </p:sp>
      <p:sp>
        <p:nvSpPr>
          <p:cNvPr id="3" name="Slide Number Placeholder 2">
            <a:extLst>
              <a:ext uri="{FF2B5EF4-FFF2-40B4-BE49-F238E27FC236}">
                <a16:creationId xmlns:a16="http://schemas.microsoft.com/office/drawing/2014/main" id="{97A3EE1C-7980-AE88-2E3E-31901E627D2E}"/>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4" name="Footer Placeholder 3">
            <a:extLst>
              <a:ext uri="{FF2B5EF4-FFF2-40B4-BE49-F238E27FC236}">
                <a16:creationId xmlns:a16="http://schemas.microsoft.com/office/drawing/2014/main" id="{6D8E8496-112E-F4B5-618F-7B0BC4F3B0E3}"/>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38910017-0735-1565-4B79-4896CD36D574}"/>
              </a:ext>
            </a:extLst>
          </p:cNvPr>
          <p:cNvSpPr>
            <a:spLocks noGrp="1"/>
          </p:cNvSpPr>
          <p:nvPr>
            <p:ph type="title"/>
          </p:nvPr>
        </p:nvSpPr>
        <p:spPr/>
        <p:txBody>
          <a:bodyPr/>
          <a:lstStyle/>
          <a:p>
            <a:r>
              <a:rPr lang="de-DE" dirty="0"/>
              <a:t>Progress</a:t>
            </a:r>
            <a:endParaRPr lang="en-GB" dirty="0"/>
          </a:p>
        </p:txBody>
      </p:sp>
      <p:sp>
        <p:nvSpPr>
          <p:cNvPr id="6" name="Text Placeholder 5">
            <a:extLst>
              <a:ext uri="{FF2B5EF4-FFF2-40B4-BE49-F238E27FC236}">
                <a16:creationId xmlns:a16="http://schemas.microsoft.com/office/drawing/2014/main" id="{EC3C4F8D-1B1B-B873-AF4E-39551CA662AB}"/>
              </a:ext>
            </a:extLst>
          </p:cNvPr>
          <p:cNvSpPr>
            <a:spLocks noGrp="1"/>
          </p:cNvSpPr>
          <p:nvPr>
            <p:ph type="body" sz="quarter" idx="14"/>
          </p:nvPr>
        </p:nvSpPr>
        <p:spPr/>
        <p:txBody>
          <a:bodyPr/>
          <a:lstStyle/>
          <a:p>
            <a:r>
              <a:rPr lang="de-DE" dirty="0"/>
              <a:t>Masterfolien</a:t>
            </a:r>
            <a:endParaRPr lang="en-GB" dirty="0"/>
          </a:p>
        </p:txBody>
      </p:sp>
    </p:spTree>
    <p:extLst>
      <p:ext uri="{BB962C8B-B14F-4D97-AF65-F5344CB8AC3E}">
        <p14:creationId xmlns:p14="http://schemas.microsoft.com/office/powerpoint/2010/main" val="2495033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0BCAC-26D1-AD4E-B2EA-32346BDCA4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BF64CA-838E-0B3C-E259-21901432E916}"/>
              </a:ext>
            </a:extLst>
          </p:cNvPr>
          <p:cNvSpPr>
            <a:spLocks noGrp="1"/>
          </p:cNvSpPr>
          <p:nvPr>
            <p:ph idx="1"/>
          </p:nvPr>
        </p:nvSpPr>
        <p:spPr/>
        <p:txBody>
          <a:bodyPr/>
          <a:lstStyle/>
          <a:p>
            <a:pPr marL="285750" indent="-285750">
              <a:buFont typeface="Arial" panose="020B0604020202020204" pitchFamily="34" charset="0"/>
              <a:buChar char="•"/>
            </a:pPr>
            <a:r>
              <a:rPr lang="en-GB" dirty="0"/>
              <a:t>Overcurrent Detection</a:t>
            </a:r>
          </a:p>
          <a:p>
            <a:pPr marL="285750" indent="-285750">
              <a:buFont typeface="Arial" panose="020B0604020202020204" pitchFamily="34" charset="0"/>
              <a:buChar char="•"/>
            </a:pPr>
            <a:r>
              <a:rPr lang="en-GB" dirty="0"/>
              <a:t>Fully Differential Op Amps</a:t>
            </a:r>
          </a:p>
          <a:p>
            <a:pPr marL="285750" indent="-285750">
              <a:buFont typeface="Arial" panose="020B0604020202020204" pitchFamily="34" charset="0"/>
              <a:buChar char="•"/>
            </a:pPr>
            <a:r>
              <a:rPr lang="en-GB" dirty="0"/>
              <a:t>Power</a:t>
            </a:r>
          </a:p>
        </p:txBody>
      </p:sp>
      <p:sp>
        <p:nvSpPr>
          <p:cNvPr id="3" name="Slide Number Placeholder 2">
            <a:extLst>
              <a:ext uri="{FF2B5EF4-FFF2-40B4-BE49-F238E27FC236}">
                <a16:creationId xmlns:a16="http://schemas.microsoft.com/office/drawing/2014/main" id="{B365A087-171E-B944-E1B5-E39E41C211E1}"/>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4" name="Footer Placeholder 3">
            <a:extLst>
              <a:ext uri="{FF2B5EF4-FFF2-40B4-BE49-F238E27FC236}">
                <a16:creationId xmlns:a16="http://schemas.microsoft.com/office/drawing/2014/main" id="{F653DD0E-18A7-EB1F-99B6-DDFD78665B80}"/>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042A4839-6DBB-A624-F510-DF1ABE48C2F7}"/>
              </a:ext>
            </a:extLst>
          </p:cNvPr>
          <p:cNvSpPr>
            <a:spLocks noGrp="1"/>
          </p:cNvSpPr>
          <p:nvPr>
            <p:ph type="title"/>
          </p:nvPr>
        </p:nvSpPr>
        <p:spPr/>
        <p:txBody>
          <a:bodyPr/>
          <a:lstStyle/>
          <a:p>
            <a:r>
              <a:rPr lang="de-DE" dirty="0" err="1"/>
              <a:t>Altium</a:t>
            </a:r>
            <a:endParaRPr lang="en-GB" dirty="0"/>
          </a:p>
        </p:txBody>
      </p:sp>
      <p:sp>
        <p:nvSpPr>
          <p:cNvPr id="6" name="Text Placeholder 5">
            <a:extLst>
              <a:ext uri="{FF2B5EF4-FFF2-40B4-BE49-F238E27FC236}">
                <a16:creationId xmlns:a16="http://schemas.microsoft.com/office/drawing/2014/main" id="{0EB7375D-EEC4-FCA1-C16E-968BA9A49839}"/>
              </a:ext>
            </a:extLst>
          </p:cNvPr>
          <p:cNvSpPr>
            <a:spLocks noGrp="1"/>
          </p:cNvSpPr>
          <p:nvPr>
            <p:ph type="body" sz="quarter" idx="14"/>
          </p:nvPr>
        </p:nvSpPr>
        <p:spPr/>
        <p:txBody>
          <a:bodyPr/>
          <a:lstStyle/>
          <a:p>
            <a:r>
              <a:rPr lang="de-DE" dirty="0" err="1"/>
              <a:t>Schematic</a:t>
            </a:r>
            <a:r>
              <a:rPr lang="de-DE" dirty="0"/>
              <a:t> Design</a:t>
            </a:r>
            <a:endParaRPr lang="en-GB" dirty="0"/>
          </a:p>
        </p:txBody>
      </p:sp>
    </p:spTree>
    <p:extLst>
      <p:ext uri="{BB962C8B-B14F-4D97-AF65-F5344CB8AC3E}">
        <p14:creationId xmlns:p14="http://schemas.microsoft.com/office/powerpoint/2010/main" val="205643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33C1-4758-F576-5212-EB6C6916CA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951753-A1EF-CD6C-B062-C4012997A06F}"/>
              </a:ext>
            </a:extLst>
          </p:cNvPr>
          <p:cNvSpPr>
            <a:spLocks noGrp="1"/>
          </p:cNvSpPr>
          <p:nvPr>
            <p:ph idx="1"/>
          </p:nvPr>
        </p:nvSpPr>
        <p:spPr/>
        <p:txBody>
          <a:bodyPr/>
          <a:lstStyle/>
          <a:p>
            <a:r>
              <a:rPr lang="en-GB" dirty="0"/>
              <a:t>Insert picture</a:t>
            </a:r>
          </a:p>
        </p:txBody>
      </p:sp>
      <p:sp>
        <p:nvSpPr>
          <p:cNvPr id="3" name="Slide Number Placeholder 2">
            <a:extLst>
              <a:ext uri="{FF2B5EF4-FFF2-40B4-BE49-F238E27FC236}">
                <a16:creationId xmlns:a16="http://schemas.microsoft.com/office/drawing/2014/main" id="{EF148CC9-5F9E-6D7F-F887-9B56F6980446}"/>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4" name="Footer Placeholder 3">
            <a:extLst>
              <a:ext uri="{FF2B5EF4-FFF2-40B4-BE49-F238E27FC236}">
                <a16:creationId xmlns:a16="http://schemas.microsoft.com/office/drawing/2014/main" id="{34C205DA-FC0A-75E0-76CF-2CD2E8294FA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4A528430-8E73-47F9-444A-621A1816A15D}"/>
              </a:ext>
            </a:extLst>
          </p:cNvPr>
          <p:cNvSpPr>
            <a:spLocks noGrp="1"/>
          </p:cNvSpPr>
          <p:nvPr>
            <p:ph type="title"/>
          </p:nvPr>
        </p:nvSpPr>
        <p:spPr/>
        <p:txBody>
          <a:bodyPr/>
          <a:lstStyle/>
          <a:p>
            <a:r>
              <a:rPr lang="de-DE" dirty="0" err="1"/>
              <a:t>Altium</a:t>
            </a:r>
            <a:endParaRPr lang="en-GB" dirty="0"/>
          </a:p>
        </p:txBody>
      </p:sp>
      <p:sp>
        <p:nvSpPr>
          <p:cNvPr id="6" name="Text Placeholder 5">
            <a:extLst>
              <a:ext uri="{FF2B5EF4-FFF2-40B4-BE49-F238E27FC236}">
                <a16:creationId xmlns:a16="http://schemas.microsoft.com/office/drawing/2014/main" id="{3ACA51FF-CA01-945D-7251-F627684DB6AE}"/>
              </a:ext>
            </a:extLst>
          </p:cNvPr>
          <p:cNvSpPr>
            <a:spLocks noGrp="1"/>
          </p:cNvSpPr>
          <p:nvPr>
            <p:ph type="body" sz="quarter" idx="14"/>
          </p:nvPr>
        </p:nvSpPr>
        <p:spPr/>
        <p:txBody>
          <a:bodyPr/>
          <a:lstStyle/>
          <a:p>
            <a:r>
              <a:rPr lang="de-DE" dirty="0"/>
              <a:t>PCB Layout</a:t>
            </a:r>
            <a:endParaRPr lang="en-GB" dirty="0"/>
          </a:p>
        </p:txBody>
      </p:sp>
    </p:spTree>
    <p:extLst>
      <p:ext uri="{BB962C8B-B14F-4D97-AF65-F5344CB8AC3E}">
        <p14:creationId xmlns:p14="http://schemas.microsoft.com/office/powerpoint/2010/main" val="3207148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14FC-9C94-780A-ECF3-7950C41ECD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2C94F9-3204-261A-CAB6-121F9EAFD71B}"/>
              </a:ext>
            </a:extLst>
          </p:cNvPr>
          <p:cNvSpPr>
            <a:spLocks noGrp="1"/>
          </p:cNvSpPr>
          <p:nvPr>
            <p:ph idx="1"/>
          </p:nvPr>
        </p:nvSpPr>
        <p:spPr/>
        <p:txBody>
          <a:bodyPr/>
          <a:lstStyle/>
          <a:p>
            <a:pPr marL="285750" indent="-285750">
              <a:buFont typeface="Arial" panose="020B0604020202020204" pitchFamily="34" charset="0"/>
              <a:buChar char="•"/>
            </a:pPr>
            <a:r>
              <a:rPr lang="en-GB" dirty="0"/>
              <a:t>Order PCB</a:t>
            </a:r>
          </a:p>
          <a:p>
            <a:pPr marL="285750" indent="-285750">
              <a:buFont typeface="Arial" panose="020B0604020202020204" pitchFamily="34" charset="0"/>
              <a:buChar char="•"/>
            </a:pPr>
            <a:r>
              <a:rPr lang="en-GB" dirty="0"/>
              <a:t>Soldering Components</a:t>
            </a:r>
          </a:p>
          <a:p>
            <a:pPr marL="285750" indent="-285750">
              <a:buFont typeface="Arial" panose="020B0604020202020204" pitchFamily="34" charset="0"/>
              <a:buChar char="•"/>
            </a:pPr>
            <a:r>
              <a:rPr lang="en-GB" dirty="0"/>
              <a:t>Signal Test PCB</a:t>
            </a:r>
          </a:p>
          <a:p>
            <a:pPr marL="285750" indent="-285750">
              <a:buFont typeface="Arial" panose="020B0604020202020204" pitchFamily="34" charset="0"/>
              <a:buChar char="•"/>
            </a:pPr>
            <a:r>
              <a:rPr lang="en-GB" dirty="0"/>
              <a:t>Test with Inverter</a:t>
            </a:r>
          </a:p>
        </p:txBody>
      </p:sp>
      <p:sp>
        <p:nvSpPr>
          <p:cNvPr id="3" name="Slide Number Placeholder 2">
            <a:extLst>
              <a:ext uri="{FF2B5EF4-FFF2-40B4-BE49-F238E27FC236}">
                <a16:creationId xmlns:a16="http://schemas.microsoft.com/office/drawing/2014/main" id="{93AB0960-5425-DC7B-7586-9487D386D356}"/>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4" name="Footer Placeholder 3">
            <a:extLst>
              <a:ext uri="{FF2B5EF4-FFF2-40B4-BE49-F238E27FC236}">
                <a16:creationId xmlns:a16="http://schemas.microsoft.com/office/drawing/2014/main" id="{8AA598BC-8981-5DCD-D3D6-90B5C9A4BF4C}"/>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608D703B-AEE7-B133-E5C4-9AAF205C7791}"/>
              </a:ext>
            </a:extLst>
          </p:cNvPr>
          <p:cNvSpPr>
            <a:spLocks noGrp="1"/>
          </p:cNvSpPr>
          <p:nvPr>
            <p:ph type="title"/>
          </p:nvPr>
        </p:nvSpPr>
        <p:spPr/>
        <p:txBody>
          <a:bodyPr/>
          <a:lstStyle/>
          <a:p>
            <a:r>
              <a:rPr lang="de-DE" dirty="0"/>
              <a:t>Next </a:t>
            </a:r>
            <a:r>
              <a:rPr lang="de-DE" dirty="0" err="1"/>
              <a:t>Steps</a:t>
            </a:r>
            <a:endParaRPr lang="en-GB" dirty="0"/>
          </a:p>
        </p:txBody>
      </p:sp>
      <p:sp>
        <p:nvSpPr>
          <p:cNvPr id="6" name="Text Placeholder 5">
            <a:extLst>
              <a:ext uri="{FF2B5EF4-FFF2-40B4-BE49-F238E27FC236}">
                <a16:creationId xmlns:a16="http://schemas.microsoft.com/office/drawing/2014/main" id="{E8CA9B0B-EAE8-2E12-EFAC-0923883A3028}"/>
              </a:ext>
            </a:extLst>
          </p:cNvPr>
          <p:cNvSpPr>
            <a:spLocks noGrp="1"/>
          </p:cNvSpPr>
          <p:nvPr>
            <p:ph type="body" sz="quarter" idx="14"/>
          </p:nvPr>
        </p:nvSpPr>
        <p:spPr/>
        <p:txBody>
          <a:bodyPr/>
          <a:lstStyle/>
          <a:p>
            <a:r>
              <a:rPr lang="de-DE" dirty="0"/>
              <a:t>Masterfolien</a:t>
            </a:r>
            <a:endParaRPr lang="en-GB" dirty="0"/>
          </a:p>
        </p:txBody>
      </p:sp>
    </p:spTree>
    <p:extLst>
      <p:ext uri="{BB962C8B-B14F-4D97-AF65-F5344CB8AC3E}">
        <p14:creationId xmlns:p14="http://schemas.microsoft.com/office/powerpoint/2010/main" val="105433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p:cNvSpPr>
            <a:spLocks noGrp="1"/>
          </p:cNvSpPr>
          <p:nvPr>
            <p:ph type="title"/>
          </p:nvPr>
        </p:nvSpPr>
        <p:spPr/>
        <p:txBody>
          <a:bodyPr/>
          <a:lstStyle/>
          <a:p>
            <a:endParaRPr lang="de-DE" dirty="0"/>
          </a:p>
        </p:txBody>
      </p:sp>
      <p:sp>
        <p:nvSpPr>
          <p:cNvPr id="3" name="Inhaltsplatzhalter 2"/>
          <p:cNvSpPr>
            <a:spLocks noGrp="1"/>
          </p:cNvSpPr>
          <p:nvPr>
            <p:ph idx="10"/>
          </p:nvPr>
        </p:nvSpPr>
        <p:spPr/>
        <p:txBody>
          <a:bodyPr/>
          <a:lstStyle/>
          <a:p>
            <a:r>
              <a:rPr lang="de-DE" dirty="0"/>
              <a:t>Referent</a:t>
            </a:r>
          </a:p>
          <a:p>
            <a:r>
              <a:rPr lang="de-DE" dirty="0"/>
              <a:t>München, 01. Oktober 2022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5413F38-3019-3323-82EE-58FC9F0FABCC}"/>
              </a:ext>
            </a:extLst>
          </p:cNvPr>
          <p:cNvPicPr>
            <a:picLocks noGrp="1" noChangeAspect="1"/>
          </p:cNvPicPr>
          <p:nvPr>
            <p:ph idx="1"/>
          </p:nvPr>
        </p:nvPicPr>
        <p:blipFill>
          <a:blip r:embed="rId2"/>
          <a:stretch>
            <a:fillRect/>
          </a:stretch>
        </p:blipFill>
        <p:spPr>
          <a:xfrm>
            <a:off x="311161" y="1247775"/>
            <a:ext cx="5533983" cy="3463925"/>
          </a:xfrm>
        </p:spPr>
      </p:pic>
      <p:sp>
        <p:nvSpPr>
          <p:cNvPr id="3" name="Slide Number Placeholder 2">
            <a:extLst>
              <a:ext uri="{FF2B5EF4-FFF2-40B4-BE49-F238E27FC236}">
                <a16:creationId xmlns:a16="http://schemas.microsoft.com/office/drawing/2014/main" id="{9A1C671F-088B-4F08-0C51-94E1FA1D7E28}"/>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4" name="Footer Placeholder 3">
            <a:extLst>
              <a:ext uri="{FF2B5EF4-FFF2-40B4-BE49-F238E27FC236}">
                <a16:creationId xmlns:a16="http://schemas.microsoft.com/office/drawing/2014/main" id="{36C748A0-D995-9299-26DF-9A49BA45D3CB}"/>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C82F97E-2C12-487B-15E7-BE818B45842B}"/>
              </a:ext>
            </a:extLst>
          </p:cNvPr>
          <p:cNvSpPr>
            <a:spLocks noGrp="1"/>
          </p:cNvSpPr>
          <p:nvPr>
            <p:ph type="title"/>
          </p:nvPr>
        </p:nvSpPr>
        <p:spPr/>
        <p:txBody>
          <a:bodyPr/>
          <a:lstStyle/>
          <a:p>
            <a:r>
              <a:rPr lang="en-GB" dirty="0"/>
              <a:t>Title Page</a:t>
            </a:r>
          </a:p>
        </p:txBody>
      </p:sp>
      <p:sp>
        <p:nvSpPr>
          <p:cNvPr id="8" name="Text Placeholder 7">
            <a:extLst>
              <a:ext uri="{FF2B5EF4-FFF2-40B4-BE49-F238E27FC236}">
                <a16:creationId xmlns:a16="http://schemas.microsoft.com/office/drawing/2014/main" id="{C469C351-F14C-0066-1797-2711E3EB3619}"/>
              </a:ext>
            </a:extLst>
          </p:cNvPr>
          <p:cNvSpPr>
            <a:spLocks noGrp="1"/>
          </p:cNvSpPr>
          <p:nvPr>
            <p:ph type="body" sz="quarter" idx="14"/>
          </p:nvPr>
        </p:nvSpPr>
        <p:spPr/>
        <p:txBody>
          <a:bodyPr/>
          <a:lstStyle/>
          <a:p>
            <a:r>
              <a:rPr lang="en-GB" dirty="0"/>
              <a:t>Different Layouts for Title Page</a:t>
            </a:r>
          </a:p>
        </p:txBody>
      </p:sp>
      <p:sp>
        <p:nvSpPr>
          <p:cNvPr id="9" name="Rectangle 8">
            <a:extLst>
              <a:ext uri="{FF2B5EF4-FFF2-40B4-BE49-F238E27FC236}">
                <a16:creationId xmlns:a16="http://schemas.microsoft.com/office/drawing/2014/main" id="{1225F2B6-D59A-FE59-93FE-F5C936170F1A}"/>
              </a:ext>
            </a:extLst>
          </p:cNvPr>
          <p:cNvSpPr/>
          <p:nvPr/>
        </p:nvSpPr>
        <p:spPr>
          <a:xfrm>
            <a:off x="1305560" y="1899920"/>
            <a:ext cx="4429760" cy="288036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FDD72D1C-43B4-1963-2F5E-465B38955C4D}"/>
              </a:ext>
            </a:extLst>
          </p:cNvPr>
          <p:cNvSpPr/>
          <p:nvPr/>
        </p:nvSpPr>
        <p:spPr>
          <a:xfrm>
            <a:off x="1295780" y="1437613"/>
            <a:ext cx="259161" cy="42807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3781052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4C05D8-B816-5B3A-D61A-E22AEAD0EF2A}"/>
              </a:ext>
            </a:extLst>
          </p:cNvPr>
          <p:cNvSpPr>
            <a:spLocks noGrp="1"/>
          </p:cNvSpPr>
          <p:nvPr>
            <p:ph type="sldNum" sz="quarter" idx="11"/>
          </p:nvPr>
        </p:nvSpPr>
        <p:spPr/>
        <p:txBody>
          <a:bodyPr/>
          <a:lstStyle/>
          <a:p>
            <a:fld id="{CE58CB1E-F828-4F11-99E0-327109AF9DA4}" type="slidenum">
              <a:rPr lang="de-DE" smtClean="0"/>
              <a:pPr/>
              <a:t>14</a:t>
            </a:fld>
            <a:endParaRPr lang="de-DE" dirty="0"/>
          </a:p>
        </p:txBody>
      </p:sp>
      <p:sp>
        <p:nvSpPr>
          <p:cNvPr id="4" name="Footer Placeholder 3">
            <a:extLst>
              <a:ext uri="{FF2B5EF4-FFF2-40B4-BE49-F238E27FC236}">
                <a16:creationId xmlns:a16="http://schemas.microsoft.com/office/drawing/2014/main" id="{5D68B321-9AF6-FDE6-D4A8-4655F1466DF4}"/>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51C4ED6-3500-CC80-9CE6-4DF9B63BF13E}"/>
              </a:ext>
            </a:extLst>
          </p:cNvPr>
          <p:cNvSpPr>
            <a:spLocks noGrp="1"/>
          </p:cNvSpPr>
          <p:nvPr>
            <p:ph type="title"/>
          </p:nvPr>
        </p:nvSpPr>
        <p:spPr/>
        <p:txBody>
          <a:bodyPr/>
          <a:lstStyle/>
          <a:p>
            <a:r>
              <a:rPr lang="en-GB" dirty="0"/>
              <a:t>Contents</a:t>
            </a:r>
          </a:p>
        </p:txBody>
      </p:sp>
      <p:sp>
        <p:nvSpPr>
          <p:cNvPr id="6" name="Text Placeholder 5">
            <a:extLst>
              <a:ext uri="{FF2B5EF4-FFF2-40B4-BE49-F238E27FC236}">
                <a16:creationId xmlns:a16="http://schemas.microsoft.com/office/drawing/2014/main" id="{42CBCFC5-18AC-68ED-FE46-318B784CE4FE}"/>
              </a:ext>
            </a:extLst>
          </p:cNvPr>
          <p:cNvSpPr>
            <a:spLocks noGrp="1"/>
          </p:cNvSpPr>
          <p:nvPr>
            <p:ph type="body" sz="quarter" idx="14"/>
          </p:nvPr>
        </p:nvSpPr>
        <p:spPr/>
        <p:txBody>
          <a:bodyPr/>
          <a:lstStyle/>
          <a:p>
            <a:r>
              <a:rPr lang="en-GB" dirty="0"/>
              <a:t>Different Layouts for Contents</a:t>
            </a:r>
          </a:p>
          <a:p>
            <a:endParaRPr lang="en-GB" dirty="0"/>
          </a:p>
        </p:txBody>
      </p:sp>
      <p:pic>
        <p:nvPicPr>
          <p:cNvPr id="8" name="Picture 7">
            <a:extLst>
              <a:ext uri="{FF2B5EF4-FFF2-40B4-BE49-F238E27FC236}">
                <a16:creationId xmlns:a16="http://schemas.microsoft.com/office/drawing/2014/main" id="{8C45793A-BCFD-29D4-F633-2BB4801BE13C}"/>
              </a:ext>
            </a:extLst>
          </p:cNvPr>
          <p:cNvPicPr>
            <a:picLocks noChangeAspect="1"/>
          </p:cNvPicPr>
          <p:nvPr/>
        </p:nvPicPr>
        <p:blipFill>
          <a:blip r:embed="rId2"/>
          <a:stretch>
            <a:fillRect/>
          </a:stretch>
        </p:blipFill>
        <p:spPr>
          <a:xfrm>
            <a:off x="311161" y="1240545"/>
            <a:ext cx="8136693" cy="3465627"/>
          </a:xfrm>
          <a:prstGeom prst="rect">
            <a:avLst/>
          </a:prstGeom>
        </p:spPr>
      </p:pic>
      <p:sp>
        <p:nvSpPr>
          <p:cNvPr id="9" name="Rectangle 8">
            <a:extLst>
              <a:ext uri="{FF2B5EF4-FFF2-40B4-BE49-F238E27FC236}">
                <a16:creationId xmlns:a16="http://schemas.microsoft.com/office/drawing/2014/main" id="{A4D18654-E9D3-B68A-8929-ADA33058C30C}"/>
              </a:ext>
            </a:extLst>
          </p:cNvPr>
          <p:cNvSpPr/>
          <p:nvPr/>
        </p:nvSpPr>
        <p:spPr>
          <a:xfrm>
            <a:off x="1853222" y="2111547"/>
            <a:ext cx="6068318" cy="248490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4A082B88-9431-66F3-3075-292F3692B4ED}"/>
              </a:ext>
            </a:extLst>
          </p:cNvPr>
          <p:cNvSpPr/>
          <p:nvPr/>
        </p:nvSpPr>
        <p:spPr>
          <a:xfrm>
            <a:off x="1853222" y="1545272"/>
            <a:ext cx="273858" cy="51824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619790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E77FBC3-95C0-517E-2E6A-11E86BCD24CB}"/>
              </a:ext>
            </a:extLst>
          </p:cNvPr>
          <p:cNvPicPr>
            <a:picLocks noGrp="1" noChangeAspect="1"/>
          </p:cNvPicPr>
          <p:nvPr>
            <p:ph idx="1"/>
          </p:nvPr>
        </p:nvPicPr>
        <p:blipFill>
          <a:blip r:embed="rId2"/>
          <a:stretch>
            <a:fillRect/>
          </a:stretch>
        </p:blipFill>
        <p:spPr>
          <a:xfrm>
            <a:off x="306534" y="1222375"/>
            <a:ext cx="6686243" cy="3463925"/>
          </a:xfrm>
        </p:spPr>
      </p:pic>
      <p:sp>
        <p:nvSpPr>
          <p:cNvPr id="3" name="Slide Number Placeholder 2">
            <a:extLst>
              <a:ext uri="{FF2B5EF4-FFF2-40B4-BE49-F238E27FC236}">
                <a16:creationId xmlns:a16="http://schemas.microsoft.com/office/drawing/2014/main" id="{0257FA50-415B-4018-E60E-606CC58DF187}"/>
              </a:ext>
            </a:extLst>
          </p:cNvPr>
          <p:cNvSpPr>
            <a:spLocks noGrp="1"/>
          </p:cNvSpPr>
          <p:nvPr>
            <p:ph type="sldNum" sz="quarter" idx="11"/>
          </p:nvPr>
        </p:nvSpPr>
        <p:spPr/>
        <p:txBody>
          <a:bodyPr/>
          <a:lstStyle/>
          <a:p>
            <a:fld id="{CE58CB1E-F828-4F11-99E0-327109AF9DA4}" type="slidenum">
              <a:rPr lang="de-DE" smtClean="0"/>
              <a:pPr/>
              <a:t>15</a:t>
            </a:fld>
            <a:endParaRPr lang="de-DE" dirty="0"/>
          </a:p>
        </p:txBody>
      </p:sp>
      <p:sp>
        <p:nvSpPr>
          <p:cNvPr id="4" name="Footer Placeholder 3">
            <a:extLst>
              <a:ext uri="{FF2B5EF4-FFF2-40B4-BE49-F238E27FC236}">
                <a16:creationId xmlns:a16="http://schemas.microsoft.com/office/drawing/2014/main" id="{928687C7-C45E-D926-E804-568BC358837B}"/>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C6860091-D945-DC22-CFCD-10318D3F202E}"/>
              </a:ext>
            </a:extLst>
          </p:cNvPr>
          <p:cNvSpPr>
            <a:spLocks noGrp="1"/>
          </p:cNvSpPr>
          <p:nvPr>
            <p:ph type="title"/>
          </p:nvPr>
        </p:nvSpPr>
        <p:spPr/>
        <p:txBody>
          <a:bodyPr/>
          <a:lstStyle/>
          <a:p>
            <a:r>
              <a:rPr lang="en-GB" dirty="0"/>
              <a:t>Slide Master</a:t>
            </a:r>
          </a:p>
        </p:txBody>
      </p:sp>
      <p:sp>
        <p:nvSpPr>
          <p:cNvPr id="6" name="Text Placeholder 5">
            <a:extLst>
              <a:ext uri="{FF2B5EF4-FFF2-40B4-BE49-F238E27FC236}">
                <a16:creationId xmlns:a16="http://schemas.microsoft.com/office/drawing/2014/main" id="{3561ADD2-2A69-3E8A-4B9F-A9F6B3F38BC9}"/>
              </a:ext>
            </a:extLst>
          </p:cNvPr>
          <p:cNvSpPr>
            <a:spLocks noGrp="1"/>
          </p:cNvSpPr>
          <p:nvPr>
            <p:ph type="body" sz="quarter" idx="14"/>
          </p:nvPr>
        </p:nvSpPr>
        <p:spPr/>
        <p:txBody>
          <a:bodyPr/>
          <a:lstStyle/>
          <a:p>
            <a:r>
              <a:rPr lang="en-GB" dirty="0"/>
              <a:t>Edit Layout in Slide Master when necessary</a:t>
            </a:r>
          </a:p>
        </p:txBody>
      </p:sp>
      <p:sp>
        <p:nvSpPr>
          <p:cNvPr id="9" name="Rectangle 8">
            <a:extLst>
              <a:ext uri="{FF2B5EF4-FFF2-40B4-BE49-F238E27FC236}">
                <a16:creationId xmlns:a16="http://schemas.microsoft.com/office/drawing/2014/main" id="{B60638DE-CCD5-B2AE-8BDC-60A6CF339E54}"/>
              </a:ext>
            </a:extLst>
          </p:cNvPr>
          <p:cNvSpPr/>
          <p:nvPr/>
        </p:nvSpPr>
        <p:spPr>
          <a:xfrm>
            <a:off x="2058010" y="1222375"/>
            <a:ext cx="227990" cy="8731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0" name="Rectangle 9">
            <a:extLst>
              <a:ext uri="{FF2B5EF4-FFF2-40B4-BE49-F238E27FC236}">
                <a16:creationId xmlns:a16="http://schemas.microsoft.com/office/drawing/2014/main" id="{FB556C43-47A1-4B57-FFB8-6D5AEA675CD3}"/>
              </a:ext>
            </a:extLst>
          </p:cNvPr>
          <p:cNvSpPr/>
          <p:nvPr/>
        </p:nvSpPr>
        <p:spPr>
          <a:xfrm>
            <a:off x="306534" y="1309688"/>
            <a:ext cx="3046266" cy="3492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
        <p:nvSpPr>
          <p:cNvPr id="11" name="Rectangle 10">
            <a:extLst>
              <a:ext uri="{FF2B5EF4-FFF2-40B4-BE49-F238E27FC236}">
                <a16:creationId xmlns:a16="http://schemas.microsoft.com/office/drawing/2014/main" id="{E830942D-8DF0-C68B-C715-C3FA383DB9FB}"/>
              </a:ext>
            </a:extLst>
          </p:cNvPr>
          <p:cNvSpPr/>
          <p:nvPr/>
        </p:nvSpPr>
        <p:spPr>
          <a:xfrm>
            <a:off x="306535" y="1783966"/>
            <a:ext cx="845990" cy="2902334"/>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GB" dirty="0"/>
          </a:p>
        </p:txBody>
      </p:sp>
    </p:spTree>
    <p:extLst>
      <p:ext uri="{BB962C8B-B14F-4D97-AF65-F5344CB8AC3E}">
        <p14:creationId xmlns:p14="http://schemas.microsoft.com/office/powerpoint/2010/main" val="4251683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A566EB-C443-3101-4921-7DFA94B1EC34}"/>
              </a:ext>
            </a:extLst>
          </p:cNvPr>
          <p:cNvSpPr>
            <a:spLocks noGrp="1"/>
          </p:cNvSpPr>
          <p:nvPr>
            <p:ph idx="1"/>
          </p:nvPr>
        </p:nvSpPr>
        <p:spPr/>
        <p:txBody>
          <a:bodyPr/>
          <a:lstStyle/>
          <a:p>
            <a:r>
              <a:rPr lang="de-DE" dirty="0"/>
              <a:t>Dieser Folienmaster gilt bei offiziellen Präsentationen im Rahmen der TUM.</a:t>
            </a:r>
            <a:br>
              <a:rPr lang="de-DE" dirty="0"/>
            </a:br>
            <a:r>
              <a:rPr lang="de-DE" dirty="0"/>
              <a:t>Es ist darauf zu achten, dass wir uns in einem durchgängigen Layout präsentieren.</a:t>
            </a:r>
          </a:p>
          <a:p>
            <a:endParaRPr lang="de-DE" dirty="0"/>
          </a:p>
          <a:p>
            <a:r>
              <a:rPr lang="de-DE" dirty="0"/>
              <a:t>Abweichungen vom vorgegebenen Layout bitte auf ein Minimum reduzieren.</a:t>
            </a:r>
          </a:p>
          <a:p>
            <a:endParaRPr lang="en-US" dirty="0"/>
          </a:p>
          <a:p>
            <a:endParaRPr lang="en-GB" dirty="0"/>
          </a:p>
        </p:txBody>
      </p:sp>
      <p:sp>
        <p:nvSpPr>
          <p:cNvPr id="3" name="Slide Number Placeholder 2">
            <a:extLst>
              <a:ext uri="{FF2B5EF4-FFF2-40B4-BE49-F238E27FC236}">
                <a16:creationId xmlns:a16="http://schemas.microsoft.com/office/drawing/2014/main" id="{C128B705-BBAA-3154-BFE2-8BA2ECE53970}"/>
              </a:ext>
            </a:extLst>
          </p:cNvPr>
          <p:cNvSpPr>
            <a:spLocks noGrp="1"/>
          </p:cNvSpPr>
          <p:nvPr>
            <p:ph type="sldNum" sz="quarter" idx="11"/>
          </p:nvPr>
        </p:nvSpPr>
        <p:spPr/>
        <p:txBody>
          <a:bodyPr/>
          <a:lstStyle/>
          <a:p>
            <a:fld id="{CE58CB1E-F828-4F11-99E0-327109AF9DA4}" type="slidenum">
              <a:rPr lang="de-DE" smtClean="0"/>
              <a:pPr/>
              <a:t>16</a:t>
            </a:fld>
            <a:endParaRPr lang="de-DE" dirty="0"/>
          </a:p>
        </p:txBody>
      </p:sp>
      <p:sp>
        <p:nvSpPr>
          <p:cNvPr id="4" name="Footer Placeholder 3">
            <a:extLst>
              <a:ext uri="{FF2B5EF4-FFF2-40B4-BE49-F238E27FC236}">
                <a16:creationId xmlns:a16="http://schemas.microsoft.com/office/drawing/2014/main" id="{8D207FD8-24A8-32AE-B63E-CA2E63A6A75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5121504-EDB5-F8E8-A116-4F18BA31278F}"/>
              </a:ext>
            </a:extLst>
          </p:cNvPr>
          <p:cNvSpPr>
            <a:spLocks noGrp="1"/>
          </p:cNvSpPr>
          <p:nvPr>
            <p:ph type="title"/>
          </p:nvPr>
        </p:nvSpPr>
        <p:spPr/>
        <p:txBody>
          <a:bodyPr/>
          <a:lstStyle/>
          <a:p>
            <a:r>
              <a:rPr lang="de-DE" dirty="0"/>
              <a:t>Gültigkeit der Masterfolien</a:t>
            </a:r>
            <a:endParaRPr lang="en-GB" dirty="0"/>
          </a:p>
        </p:txBody>
      </p:sp>
    </p:spTree>
    <p:extLst>
      <p:ext uri="{BB962C8B-B14F-4D97-AF65-F5344CB8AC3E}">
        <p14:creationId xmlns:p14="http://schemas.microsoft.com/office/powerpoint/2010/main" val="442079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B0207C-0CD8-474F-C180-CB4DC15CD457}"/>
              </a:ext>
            </a:extLst>
          </p:cNvPr>
          <p:cNvSpPr>
            <a:spLocks noGrp="1"/>
          </p:cNvSpPr>
          <p:nvPr>
            <p:ph idx="1"/>
          </p:nvPr>
        </p:nvSpPr>
        <p:spPr/>
        <p:txBody>
          <a:bodyPr/>
          <a:lstStyle/>
          <a:p>
            <a:r>
              <a:rPr lang="de-DE" dirty="0"/>
              <a:t>Als Grundlage dient der Corporate Design Style Guide der TUM.</a:t>
            </a:r>
            <a:br>
              <a:rPr lang="de-DE" dirty="0"/>
            </a:br>
            <a:r>
              <a:rPr lang="de-DE" dirty="0"/>
              <a:t>Die Präsentationsvorlage ist auf gute Lesbarkeit und klare Darstellung von Informationen optimiert.</a:t>
            </a:r>
          </a:p>
          <a:p>
            <a:endParaRPr lang="en-GB" dirty="0"/>
          </a:p>
        </p:txBody>
      </p:sp>
      <p:sp>
        <p:nvSpPr>
          <p:cNvPr id="3" name="Slide Number Placeholder 2">
            <a:extLst>
              <a:ext uri="{FF2B5EF4-FFF2-40B4-BE49-F238E27FC236}">
                <a16:creationId xmlns:a16="http://schemas.microsoft.com/office/drawing/2014/main" id="{400760C5-C409-EBA3-6EC9-19410FBD52F7}"/>
              </a:ext>
            </a:extLst>
          </p:cNvPr>
          <p:cNvSpPr>
            <a:spLocks noGrp="1"/>
          </p:cNvSpPr>
          <p:nvPr>
            <p:ph type="sldNum" sz="quarter" idx="11"/>
          </p:nvPr>
        </p:nvSpPr>
        <p:spPr/>
        <p:txBody>
          <a:bodyPr/>
          <a:lstStyle/>
          <a:p>
            <a:fld id="{CE58CB1E-F828-4F11-99E0-327109AF9DA4}" type="slidenum">
              <a:rPr lang="de-DE" smtClean="0"/>
              <a:pPr/>
              <a:t>17</a:t>
            </a:fld>
            <a:endParaRPr lang="de-DE" dirty="0"/>
          </a:p>
        </p:txBody>
      </p:sp>
      <p:sp>
        <p:nvSpPr>
          <p:cNvPr id="4" name="Footer Placeholder 3">
            <a:extLst>
              <a:ext uri="{FF2B5EF4-FFF2-40B4-BE49-F238E27FC236}">
                <a16:creationId xmlns:a16="http://schemas.microsoft.com/office/drawing/2014/main" id="{68DE7133-5332-DB05-7CB5-DFF741A81D5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24F863E5-203C-6984-D649-A0A51B15CE39}"/>
              </a:ext>
            </a:extLst>
          </p:cNvPr>
          <p:cNvSpPr>
            <a:spLocks noGrp="1"/>
          </p:cNvSpPr>
          <p:nvPr>
            <p:ph type="title"/>
          </p:nvPr>
        </p:nvSpPr>
        <p:spPr/>
        <p:txBody>
          <a:bodyPr/>
          <a:lstStyle/>
          <a:p>
            <a:r>
              <a:rPr lang="de-DE" dirty="0"/>
              <a:t>Grundlage der Masterfolien</a:t>
            </a:r>
            <a:endParaRPr lang="en-GB" dirty="0"/>
          </a:p>
        </p:txBody>
      </p:sp>
      <p:sp>
        <p:nvSpPr>
          <p:cNvPr id="6" name="Text Placeholder 5">
            <a:extLst>
              <a:ext uri="{FF2B5EF4-FFF2-40B4-BE49-F238E27FC236}">
                <a16:creationId xmlns:a16="http://schemas.microsoft.com/office/drawing/2014/main" id="{E63141BF-ACFE-BF4E-8832-B6004711275B}"/>
              </a:ext>
            </a:extLst>
          </p:cNvPr>
          <p:cNvSpPr>
            <a:spLocks noGrp="1"/>
          </p:cNvSpPr>
          <p:nvPr>
            <p:ph type="body" sz="quarter" idx="14"/>
          </p:nvPr>
        </p:nvSpPr>
        <p:spPr/>
        <p:txBody>
          <a:bodyPr/>
          <a:lstStyle/>
          <a:p>
            <a:r>
              <a:rPr lang="de-DE" dirty="0"/>
              <a:t>Masterfolien</a:t>
            </a:r>
            <a:endParaRPr lang="en-GB" dirty="0"/>
          </a:p>
        </p:txBody>
      </p:sp>
    </p:spTree>
    <p:extLst>
      <p:ext uri="{BB962C8B-B14F-4D97-AF65-F5344CB8AC3E}">
        <p14:creationId xmlns:p14="http://schemas.microsoft.com/office/powerpoint/2010/main" val="75838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643EFB-5AE3-CA1D-A5E9-2656B3D9BDD9}"/>
              </a:ext>
            </a:extLst>
          </p:cNvPr>
          <p:cNvSpPr>
            <a:spLocks noGrp="1"/>
          </p:cNvSpPr>
          <p:nvPr>
            <p:ph idx="1"/>
          </p:nvPr>
        </p:nvSpPr>
        <p:spPr/>
        <p:txBody>
          <a:bodyPr/>
          <a:lstStyle/>
          <a:p>
            <a:r>
              <a:rPr lang="de-DE" dirty="0"/>
              <a:t>Schriftart: Arial</a:t>
            </a:r>
          </a:p>
          <a:p>
            <a:r>
              <a:rPr lang="de-DE" dirty="0"/>
              <a:t>Schriftgrößen: 25 | 18 | 14 | 11</a:t>
            </a:r>
          </a:p>
          <a:p>
            <a:r>
              <a:rPr lang="de-DE" dirty="0"/>
              <a:t>Zeilenabstand: 1,15mm</a:t>
            </a:r>
          </a:p>
          <a:p>
            <a:endParaRPr lang="de-DE" dirty="0"/>
          </a:p>
          <a:p>
            <a:r>
              <a:rPr lang="de-DE" dirty="0"/>
              <a:t>Die Einstellungen sind in den Textfeldern und Textfeldvorlagen dieses </a:t>
            </a:r>
            <a:r>
              <a:rPr lang="de-DE" dirty="0" err="1"/>
              <a:t>ppt</a:t>
            </a:r>
            <a:r>
              <a:rPr lang="de-DE" dirty="0"/>
              <a:t>-Masters als Standard eingestellt. Bei Diagrammen und Tabellen muss die Schriftgröße ggf. angepasst werden. Für Auszeichnungen im Fließtext kann auch fett markiert werden. Bei großer Distanz bzw. kleinem Präsentationsmedium kann der Schriftgrad notfalls proportional erhöht werden.</a:t>
            </a:r>
          </a:p>
          <a:p>
            <a:endParaRPr lang="en-GB" dirty="0"/>
          </a:p>
        </p:txBody>
      </p:sp>
      <p:sp>
        <p:nvSpPr>
          <p:cNvPr id="3" name="Slide Number Placeholder 2">
            <a:extLst>
              <a:ext uri="{FF2B5EF4-FFF2-40B4-BE49-F238E27FC236}">
                <a16:creationId xmlns:a16="http://schemas.microsoft.com/office/drawing/2014/main" id="{0603B34D-F14D-51FB-41B9-93BA10896653}"/>
              </a:ext>
            </a:extLst>
          </p:cNvPr>
          <p:cNvSpPr>
            <a:spLocks noGrp="1"/>
          </p:cNvSpPr>
          <p:nvPr>
            <p:ph type="sldNum" sz="quarter" idx="11"/>
          </p:nvPr>
        </p:nvSpPr>
        <p:spPr/>
        <p:txBody>
          <a:bodyPr/>
          <a:lstStyle/>
          <a:p>
            <a:fld id="{CE58CB1E-F828-4F11-99E0-327109AF9DA4}" type="slidenum">
              <a:rPr lang="de-DE" smtClean="0"/>
              <a:pPr/>
              <a:t>18</a:t>
            </a:fld>
            <a:endParaRPr lang="de-DE" dirty="0"/>
          </a:p>
        </p:txBody>
      </p:sp>
      <p:sp>
        <p:nvSpPr>
          <p:cNvPr id="4" name="Footer Placeholder 3">
            <a:extLst>
              <a:ext uri="{FF2B5EF4-FFF2-40B4-BE49-F238E27FC236}">
                <a16:creationId xmlns:a16="http://schemas.microsoft.com/office/drawing/2014/main" id="{44751BA6-92A7-7F8E-4E98-71CEB9BED653}"/>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A7D61381-3C16-6F5E-A4C9-BBBB28C5899B}"/>
              </a:ext>
            </a:extLst>
          </p:cNvPr>
          <p:cNvSpPr>
            <a:spLocks noGrp="1"/>
          </p:cNvSpPr>
          <p:nvPr>
            <p:ph type="body" sz="quarter" idx="13"/>
          </p:nvPr>
        </p:nvSpPr>
        <p:spPr/>
        <p:txBody>
          <a:bodyPr/>
          <a:lstStyle/>
          <a:p>
            <a:r>
              <a:rPr lang="de-DE" dirty="0"/>
              <a:t>Das Grundprinzip ist, Informationen bestmöglich zu transportieren. Dazu muss vor allem die Schrift einheitlich und für alle im Raum lesbar sein. </a:t>
            </a:r>
          </a:p>
          <a:p>
            <a:endParaRPr lang="en-GB" dirty="0"/>
          </a:p>
        </p:txBody>
      </p:sp>
      <p:sp>
        <p:nvSpPr>
          <p:cNvPr id="6" name="Title 5">
            <a:extLst>
              <a:ext uri="{FF2B5EF4-FFF2-40B4-BE49-F238E27FC236}">
                <a16:creationId xmlns:a16="http://schemas.microsoft.com/office/drawing/2014/main" id="{18405238-5118-6E79-67B2-D03E17097056}"/>
              </a:ext>
            </a:extLst>
          </p:cNvPr>
          <p:cNvSpPr>
            <a:spLocks noGrp="1"/>
          </p:cNvSpPr>
          <p:nvPr>
            <p:ph type="title"/>
          </p:nvPr>
        </p:nvSpPr>
        <p:spPr/>
        <p:txBody>
          <a:bodyPr/>
          <a:lstStyle/>
          <a:p>
            <a:r>
              <a:rPr lang="de-DE" dirty="0"/>
              <a:t>Schrift</a:t>
            </a:r>
            <a:endParaRPr lang="en-GB" dirty="0"/>
          </a:p>
        </p:txBody>
      </p:sp>
      <p:sp>
        <p:nvSpPr>
          <p:cNvPr id="7" name="Text Placeholder 6">
            <a:extLst>
              <a:ext uri="{FF2B5EF4-FFF2-40B4-BE49-F238E27FC236}">
                <a16:creationId xmlns:a16="http://schemas.microsoft.com/office/drawing/2014/main" id="{2019AD97-A21F-F80F-90FD-2428E7390726}"/>
              </a:ext>
            </a:extLst>
          </p:cNvPr>
          <p:cNvSpPr>
            <a:spLocks noGrp="1"/>
          </p:cNvSpPr>
          <p:nvPr>
            <p:ph type="body" sz="quarter" idx="14"/>
          </p:nvPr>
        </p:nvSpPr>
        <p:spPr/>
        <p:txBody>
          <a:bodyPr/>
          <a:lstStyle/>
          <a:p>
            <a:r>
              <a:rPr lang="de-DE" dirty="0"/>
              <a:t>Schrift</a:t>
            </a:r>
            <a:endParaRPr lang="en-GB" dirty="0"/>
          </a:p>
        </p:txBody>
      </p:sp>
    </p:spTree>
    <p:extLst>
      <p:ext uri="{BB962C8B-B14F-4D97-AF65-F5344CB8AC3E}">
        <p14:creationId xmlns:p14="http://schemas.microsoft.com/office/powerpoint/2010/main" val="2483834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F1BED2-8C28-4825-9EF6-1BDAC06A04E1}"/>
              </a:ext>
            </a:extLst>
          </p:cNvPr>
          <p:cNvSpPr>
            <a:spLocks noGrp="1"/>
          </p:cNvSpPr>
          <p:nvPr>
            <p:ph idx="1"/>
          </p:nvPr>
        </p:nvSpPr>
        <p:spPr/>
        <p:txBody>
          <a:bodyPr/>
          <a:lstStyle/>
          <a:p>
            <a:r>
              <a:rPr lang="de-DE" dirty="0"/>
              <a:t>Als erstes soll mit schwarz und weiß gearbeitet werden.</a:t>
            </a:r>
            <a:br>
              <a:rPr lang="de-DE" dirty="0"/>
            </a:br>
            <a:r>
              <a:rPr lang="de-DE" dirty="0"/>
              <a:t>Für Aufwändigere Darstellungen sind Farben mit Bedacht und in möglichst geringem Umfang einzusetzen.</a:t>
            </a:r>
            <a:br>
              <a:rPr lang="de-DE" dirty="0"/>
            </a:br>
            <a:r>
              <a:rPr lang="de-DE" dirty="0"/>
              <a:t>In diesem Folienmaster ist die Farbpalette festgelegt.</a:t>
            </a:r>
          </a:p>
          <a:p>
            <a:endParaRPr lang="de-DE" dirty="0"/>
          </a:p>
          <a:p>
            <a:r>
              <a:rPr lang="de-DE" dirty="0"/>
              <a:t>Zuerst mit den Primärfarben arbeiten.</a:t>
            </a:r>
          </a:p>
          <a:p>
            <a:endParaRPr lang="de-DE" dirty="0"/>
          </a:p>
          <a:p>
            <a:endParaRPr lang="de-DE" dirty="0"/>
          </a:p>
          <a:p>
            <a:r>
              <a:rPr lang="de-DE" dirty="0"/>
              <a:t>Für z.B. komplexe Diagramme stehen noch Sekundärfarben zur Verfügung.</a:t>
            </a:r>
          </a:p>
          <a:p>
            <a:endParaRPr lang="de-DE" dirty="0"/>
          </a:p>
          <a:p>
            <a:endParaRPr lang="de-DE" dirty="0"/>
          </a:p>
          <a:p>
            <a:r>
              <a:rPr lang="de-DE" dirty="0"/>
              <a:t>Gering im Einsatz sind die Akzentfarben.</a:t>
            </a:r>
          </a:p>
          <a:p>
            <a:endParaRPr lang="en-US" dirty="0"/>
          </a:p>
        </p:txBody>
      </p:sp>
      <p:sp>
        <p:nvSpPr>
          <p:cNvPr id="3" name="Slide Number Placeholder 2">
            <a:extLst>
              <a:ext uri="{FF2B5EF4-FFF2-40B4-BE49-F238E27FC236}">
                <a16:creationId xmlns:a16="http://schemas.microsoft.com/office/drawing/2014/main" id="{AAC3AB92-C89F-44B1-B3A1-45D1CDB1AB9B}"/>
              </a:ext>
            </a:extLst>
          </p:cNvPr>
          <p:cNvSpPr>
            <a:spLocks noGrp="1"/>
          </p:cNvSpPr>
          <p:nvPr>
            <p:ph type="sldNum" sz="quarter" idx="11"/>
          </p:nvPr>
        </p:nvSpPr>
        <p:spPr/>
        <p:txBody>
          <a:bodyPr/>
          <a:lstStyle/>
          <a:p>
            <a:fld id="{CE58CB1E-F828-4F11-99E0-327109AF9DA4}" type="slidenum">
              <a:rPr lang="de-DE" smtClean="0"/>
              <a:pPr/>
              <a:t>19</a:t>
            </a:fld>
            <a:endParaRPr lang="de-DE" dirty="0"/>
          </a:p>
        </p:txBody>
      </p:sp>
      <p:sp>
        <p:nvSpPr>
          <p:cNvPr id="4" name="Footer Placeholder 3">
            <a:extLst>
              <a:ext uri="{FF2B5EF4-FFF2-40B4-BE49-F238E27FC236}">
                <a16:creationId xmlns:a16="http://schemas.microsoft.com/office/drawing/2014/main" id="{2A2A16C0-4371-4DAA-8F77-48630D086F64}"/>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BE5C74A3-241F-4F85-8D12-029D288432AA}"/>
              </a:ext>
            </a:extLst>
          </p:cNvPr>
          <p:cNvSpPr>
            <a:spLocks noGrp="1"/>
          </p:cNvSpPr>
          <p:nvPr>
            <p:ph type="title"/>
          </p:nvPr>
        </p:nvSpPr>
        <p:spPr/>
        <p:txBody>
          <a:bodyPr/>
          <a:lstStyle/>
          <a:p>
            <a:r>
              <a:rPr lang="de-DE" dirty="0"/>
              <a:t>Farben</a:t>
            </a:r>
            <a:endParaRPr lang="en-US" dirty="0"/>
          </a:p>
        </p:txBody>
      </p:sp>
      <p:sp>
        <p:nvSpPr>
          <p:cNvPr id="6" name="Rechteck 13">
            <a:extLst>
              <a:ext uri="{FF2B5EF4-FFF2-40B4-BE49-F238E27FC236}">
                <a16:creationId xmlns:a16="http://schemas.microsoft.com/office/drawing/2014/main" id="{2F17FFD8-9252-4835-81DD-5ADBC83D7345}"/>
              </a:ext>
            </a:extLst>
          </p:cNvPr>
          <p:cNvSpPr/>
          <p:nvPr/>
        </p:nvSpPr>
        <p:spPr>
          <a:xfrm>
            <a:off x="319090" y="2642870"/>
            <a:ext cx="855132" cy="1841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7" name="Rechteck 23">
            <a:extLst>
              <a:ext uri="{FF2B5EF4-FFF2-40B4-BE49-F238E27FC236}">
                <a16:creationId xmlns:a16="http://schemas.microsoft.com/office/drawing/2014/main" id="{D52C665C-6D38-4809-BCFB-2373B073E3A5}"/>
              </a:ext>
            </a:extLst>
          </p:cNvPr>
          <p:cNvSpPr/>
          <p:nvPr/>
        </p:nvSpPr>
        <p:spPr>
          <a:xfrm>
            <a:off x="1292757" y="2642870"/>
            <a:ext cx="855132" cy="184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8" name="Rechteck 24">
            <a:extLst>
              <a:ext uri="{FF2B5EF4-FFF2-40B4-BE49-F238E27FC236}">
                <a16:creationId xmlns:a16="http://schemas.microsoft.com/office/drawing/2014/main" id="{C0189ED5-C320-4802-80A9-59DADCC606F9}"/>
              </a:ext>
            </a:extLst>
          </p:cNvPr>
          <p:cNvSpPr/>
          <p:nvPr/>
        </p:nvSpPr>
        <p:spPr>
          <a:xfrm>
            <a:off x="2266424" y="2642870"/>
            <a:ext cx="855132" cy="184148"/>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9" name="Rechteck 25">
            <a:extLst>
              <a:ext uri="{FF2B5EF4-FFF2-40B4-BE49-F238E27FC236}">
                <a16:creationId xmlns:a16="http://schemas.microsoft.com/office/drawing/2014/main" id="{C32F78E2-CF4C-4D95-A6B8-5C2BA56E86F7}"/>
              </a:ext>
            </a:extLst>
          </p:cNvPr>
          <p:cNvSpPr/>
          <p:nvPr/>
        </p:nvSpPr>
        <p:spPr>
          <a:xfrm>
            <a:off x="319090" y="3337007"/>
            <a:ext cx="855132" cy="1841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0" name="Rechteck 26">
            <a:extLst>
              <a:ext uri="{FF2B5EF4-FFF2-40B4-BE49-F238E27FC236}">
                <a16:creationId xmlns:a16="http://schemas.microsoft.com/office/drawing/2014/main" id="{C8643F71-BF84-4E9D-8957-99AF6F5C5D56}"/>
              </a:ext>
            </a:extLst>
          </p:cNvPr>
          <p:cNvSpPr/>
          <p:nvPr/>
        </p:nvSpPr>
        <p:spPr>
          <a:xfrm>
            <a:off x="1292757" y="3337007"/>
            <a:ext cx="855132" cy="18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1" name="Rechteck 27">
            <a:extLst>
              <a:ext uri="{FF2B5EF4-FFF2-40B4-BE49-F238E27FC236}">
                <a16:creationId xmlns:a16="http://schemas.microsoft.com/office/drawing/2014/main" id="{A32E51B6-1FE3-4753-951D-82598D90915D}"/>
              </a:ext>
            </a:extLst>
          </p:cNvPr>
          <p:cNvSpPr/>
          <p:nvPr/>
        </p:nvSpPr>
        <p:spPr>
          <a:xfrm>
            <a:off x="2257957" y="3337007"/>
            <a:ext cx="855132" cy="1841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2" name="Rechteck 28">
            <a:extLst>
              <a:ext uri="{FF2B5EF4-FFF2-40B4-BE49-F238E27FC236}">
                <a16:creationId xmlns:a16="http://schemas.microsoft.com/office/drawing/2014/main" id="{A979881A-1F97-43F8-8DF9-85506CA53DF0}"/>
              </a:ext>
            </a:extLst>
          </p:cNvPr>
          <p:cNvSpPr/>
          <p:nvPr/>
        </p:nvSpPr>
        <p:spPr>
          <a:xfrm>
            <a:off x="3223157" y="3337007"/>
            <a:ext cx="855132" cy="184148"/>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3" name="Rechteck 35">
            <a:extLst>
              <a:ext uri="{FF2B5EF4-FFF2-40B4-BE49-F238E27FC236}">
                <a16:creationId xmlns:a16="http://schemas.microsoft.com/office/drawing/2014/main" id="{D33B0C32-80A2-4459-A3E0-5FE82C560746}"/>
              </a:ext>
            </a:extLst>
          </p:cNvPr>
          <p:cNvSpPr/>
          <p:nvPr/>
        </p:nvSpPr>
        <p:spPr>
          <a:xfrm>
            <a:off x="319090" y="4051976"/>
            <a:ext cx="855132" cy="1841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4" name="Rechteck 36">
            <a:extLst>
              <a:ext uri="{FF2B5EF4-FFF2-40B4-BE49-F238E27FC236}">
                <a16:creationId xmlns:a16="http://schemas.microsoft.com/office/drawing/2014/main" id="{4BAE8AAD-70D6-40A1-9548-5EA7A2E82949}"/>
              </a:ext>
            </a:extLst>
          </p:cNvPr>
          <p:cNvSpPr/>
          <p:nvPr/>
        </p:nvSpPr>
        <p:spPr>
          <a:xfrm>
            <a:off x="1292757" y="4066861"/>
            <a:ext cx="855132" cy="184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5" name="Rechteck 37">
            <a:extLst>
              <a:ext uri="{FF2B5EF4-FFF2-40B4-BE49-F238E27FC236}">
                <a16:creationId xmlns:a16="http://schemas.microsoft.com/office/drawing/2014/main" id="{9762A5DD-1D93-4DFF-A801-2FFC09302B69}"/>
              </a:ext>
            </a:extLst>
          </p:cNvPr>
          <p:cNvSpPr/>
          <p:nvPr/>
        </p:nvSpPr>
        <p:spPr>
          <a:xfrm>
            <a:off x="2253725" y="4086718"/>
            <a:ext cx="855132" cy="1841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extLst>
      <p:ext uri="{BB962C8B-B14F-4D97-AF65-F5344CB8AC3E}">
        <p14:creationId xmlns:p14="http://schemas.microsoft.com/office/powerpoint/2010/main" val="1978956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F57E75-77ED-F878-48AE-05A29C686D9A}"/>
              </a:ext>
            </a:extLst>
          </p:cNvPr>
          <p:cNvSpPr>
            <a:spLocks noGrp="1"/>
          </p:cNvSpPr>
          <p:nvPr>
            <p:ph idx="1"/>
          </p:nvPr>
        </p:nvSpPr>
        <p:spPr/>
        <p:txBody>
          <a:bodyPr/>
          <a:lstStyle/>
          <a:p>
            <a:r>
              <a:rPr lang="de-DE" dirty="0"/>
              <a:t>Beispiel:</a:t>
            </a:r>
          </a:p>
          <a:p>
            <a:r>
              <a:rPr lang="de-DE" dirty="0" err="1"/>
              <a:t>Tem</a:t>
            </a:r>
            <a:r>
              <a:rPr lang="de-DE" dirty="0"/>
              <a:t> </a:t>
            </a:r>
            <a:r>
              <a:rPr lang="de-DE" dirty="0" err="1"/>
              <a:t>soluptam</a:t>
            </a:r>
            <a:r>
              <a:rPr lang="de-DE" dirty="0"/>
              <a:t>, nisi </a:t>
            </a:r>
            <a:r>
              <a:rPr lang="de-DE" dirty="0" err="1"/>
              <a:t>as</a:t>
            </a:r>
            <a:r>
              <a:rPr lang="de-DE" dirty="0"/>
              <a:t> </a:t>
            </a:r>
            <a:r>
              <a:rPr lang="de-DE" dirty="0" err="1"/>
              <a:t>verum</a:t>
            </a:r>
            <a:r>
              <a:rPr lang="de-DE" dirty="0"/>
              <a:t> </a:t>
            </a:r>
            <a:r>
              <a:rPr lang="de-DE" dirty="0" err="1"/>
              <a:t>ereprehendam</a:t>
            </a:r>
            <a:r>
              <a:rPr lang="de-DE" dirty="0"/>
              <a:t> at </a:t>
            </a:r>
            <a:r>
              <a:rPr lang="de-DE" dirty="0" err="1"/>
              <a:t>acculpa</a:t>
            </a:r>
            <a:r>
              <a:rPr lang="de-DE" dirty="0"/>
              <a:t> </a:t>
            </a:r>
            <a:r>
              <a:rPr lang="de-DE" dirty="0" err="1"/>
              <a:t>quidisq</a:t>
            </a:r>
            <a:r>
              <a:rPr lang="de-DE" dirty="0"/>
              <a:t> </a:t>
            </a:r>
            <a:r>
              <a:rPr lang="de-DE" dirty="0" err="1"/>
              <a:t>uissit</a:t>
            </a:r>
            <a:r>
              <a:rPr lang="de-DE" dirty="0"/>
              <a:t> </a:t>
            </a:r>
            <a:r>
              <a:rPr lang="de-DE" dirty="0" err="1"/>
              <a:t>volupta</a:t>
            </a:r>
            <a:r>
              <a:rPr lang="de-DE" dirty="0"/>
              <a:t> </a:t>
            </a:r>
            <a:r>
              <a:rPr lang="de-DE" dirty="0" err="1"/>
              <a:t>tusdant</a:t>
            </a:r>
            <a:r>
              <a:rPr lang="de-DE" dirty="0"/>
              <a:t> </a:t>
            </a:r>
            <a:r>
              <a:rPr lang="de-DE" dirty="0" err="1"/>
              <a:t>utem</a:t>
            </a:r>
            <a:r>
              <a:rPr lang="de-DE" dirty="0"/>
              <a:t> </a:t>
            </a:r>
            <a:r>
              <a:rPr lang="de-DE" dirty="0" err="1"/>
              <a:t>as</a:t>
            </a:r>
            <a:r>
              <a:rPr lang="de-DE" dirty="0"/>
              <a:t> </a:t>
            </a:r>
            <a:r>
              <a:rPr lang="de-DE" dirty="0" err="1"/>
              <a:t>etur</a:t>
            </a:r>
            <a:r>
              <a:rPr lang="de-DE" dirty="0"/>
              <a:t>, </a:t>
            </a:r>
            <a:r>
              <a:rPr lang="de-DE" dirty="0" err="1"/>
              <a:t>odi</a:t>
            </a:r>
            <a:r>
              <a:rPr lang="de-DE" dirty="0"/>
              <a:t> </a:t>
            </a:r>
            <a:r>
              <a:rPr lang="de-DE" dirty="0" err="1"/>
              <a:t>odis</a:t>
            </a:r>
            <a:r>
              <a:rPr lang="de-DE" dirty="0"/>
              <a:t> es </a:t>
            </a:r>
            <a:r>
              <a:rPr lang="de-DE" dirty="0" err="1"/>
              <a:t>doluptiae</a:t>
            </a:r>
            <a:r>
              <a:rPr lang="de-DE" dirty="0"/>
              <a:t> dem </a:t>
            </a:r>
            <a:r>
              <a:rPr lang="de-DE" dirty="0" err="1"/>
              <a:t>nimaion</a:t>
            </a:r>
            <a:r>
              <a:rPr lang="de-DE" dirty="0"/>
              <a:t> </a:t>
            </a:r>
            <a:r>
              <a:rPr lang="de-DE" dirty="0" err="1"/>
              <a:t>con</a:t>
            </a:r>
            <a:r>
              <a:rPr lang="de-DE" dirty="0"/>
              <a:t> </a:t>
            </a:r>
            <a:r>
              <a:rPr lang="de-DE" dirty="0" err="1"/>
              <a:t>nossinctenis</a:t>
            </a:r>
            <a:r>
              <a:rPr lang="de-DE" dirty="0"/>
              <a:t> </a:t>
            </a:r>
            <a:r>
              <a:rPr lang="de-DE" dirty="0" err="1"/>
              <a:t>pora</a:t>
            </a:r>
            <a:r>
              <a:rPr lang="de-DE" dirty="0"/>
              <a:t> quam </a:t>
            </a:r>
            <a:r>
              <a:rPr lang="de-DE" dirty="0" err="1"/>
              <a:t>voloria</a:t>
            </a:r>
            <a:r>
              <a:rPr lang="de-DE" dirty="0"/>
              <a:t> </a:t>
            </a:r>
            <a:r>
              <a:rPr lang="de-DE" dirty="0" err="1"/>
              <a:t>consenimus</a:t>
            </a:r>
            <a:r>
              <a:rPr lang="de-DE" dirty="0"/>
              <a:t> </a:t>
            </a:r>
            <a:r>
              <a:rPr lang="de-DE" dirty="0" err="1"/>
              <a:t>blabore</a:t>
            </a:r>
            <a:r>
              <a:rPr lang="de-DE" dirty="0"/>
              <a:t> </a:t>
            </a:r>
            <a:r>
              <a:rPr lang="de-DE" dirty="0" err="1"/>
              <a:t>everfer</a:t>
            </a:r>
            <a:r>
              <a:rPr lang="de-DE" dirty="0"/>
              <a:t> </a:t>
            </a:r>
            <a:r>
              <a:rPr lang="de-DE" dirty="0" err="1"/>
              <a:t>epeliquo</a:t>
            </a:r>
            <a:r>
              <a:rPr lang="de-DE" dirty="0"/>
              <a:t> </a:t>
            </a:r>
            <a:r>
              <a:rPr lang="de-DE" dirty="0" err="1"/>
              <a:t>maio</a:t>
            </a:r>
            <a:r>
              <a:rPr lang="de-DE" dirty="0"/>
              <a:t> </a:t>
            </a:r>
            <a:r>
              <a:rPr lang="de-DE" dirty="0" err="1"/>
              <a:t>etur</a:t>
            </a:r>
            <a:r>
              <a:rPr lang="de-DE" dirty="0"/>
              <a:t>.</a:t>
            </a:r>
          </a:p>
          <a:p>
            <a:endParaRPr lang="en-GB" dirty="0"/>
          </a:p>
        </p:txBody>
      </p:sp>
      <p:sp>
        <p:nvSpPr>
          <p:cNvPr id="3" name="Slide Number Placeholder 2">
            <a:extLst>
              <a:ext uri="{FF2B5EF4-FFF2-40B4-BE49-F238E27FC236}">
                <a16:creationId xmlns:a16="http://schemas.microsoft.com/office/drawing/2014/main" id="{BDDE685E-FB47-68F2-8D0F-75B31344B105}"/>
              </a:ext>
            </a:extLst>
          </p:cNvPr>
          <p:cNvSpPr>
            <a:spLocks noGrp="1"/>
          </p:cNvSpPr>
          <p:nvPr>
            <p:ph type="sldNum" sz="quarter" idx="11"/>
          </p:nvPr>
        </p:nvSpPr>
        <p:spPr/>
        <p:txBody>
          <a:bodyPr/>
          <a:lstStyle/>
          <a:p>
            <a:fld id="{CE58CB1E-F828-4F11-99E0-327109AF9DA4}" type="slidenum">
              <a:rPr lang="de-DE" smtClean="0"/>
              <a:pPr/>
              <a:t>20</a:t>
            </a:fld>
            <a:endParaRPr lang="de-DE" dirty="0"/>
          </a:p>
        </p:txBody>
      </p:sp>
      <p:sp>
        <p:nvSpPr>
          <p:cNvPr id="4" name="Footer Placeholder 3">
            <a:extLst>
              <a:ext uri="{FF2B5EF4-FFF2-40B4-BE49-F238E27FC236}">
                <a16:creationId xmlns:a16="http://schemas.microsoft.com/office/drawing/2014/main" id="{CD62A944-DD20-AABC-1EC2-6316001E6196}"/>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E5341D5F-23BE-1BD4-FAE5-0C571C07CA68}"/>
              </a:ext>
            </a:extLst>
          </p:cNvPr>
          <p:cNvSpPr>
            <a:spLocks noGrp="1"/>
          </p:cNvSpPr>
          <p:nvPr>
            <p:ph type="body" sz="quarter" idx="13"/>
          </p:nvPr>
        </p:nvSpPr>
        <p:spPr/>
        <p:txBody>
          <a:bodyPr/>
          <a:lstStyle/>
          <a:p>
            <a:r>
              <a:rPr lang="de-DE" dirty="0"/>
              <a:t>Kurze und knappe Texte, Fließtexte linksbündig, kein Blocksatz</a:t>
            </a:r>
          </a:p>
          <a:p>
            <a:endParaRPr lang="en-GB" dirty="0"/>
          </a:p>
        </p:txBody>
      </p:sp>
      <p:sp>
        <p:nvSpPr>
          <p:cNvPr id="6" name="Title 5">
            <a:extLst>
              <a:ext uri="{FF2B5EF4-FFF2-40B4-BE49-F238E27FC236}">
                <a16:creationId xmlns:a16="http://schemas.microsoft.com/office/drawing/2014/main" id="{FE563C00-8944-820A-C706-7F0696D2FFE9}"/>
              </a:ext>
            </a:extLst>
          </p:cNvPr>
          <p:cNvSpPr>
            <a:spLocks noGrp="1"/>
          </p:cNvSpPr>
          <p:nvPr>
            <p:ph type="title"/>
          </p:nvPr>
        </p:nvSpPr>
        <p:spPr/>
        <p:txBody>
          <a:bodyPr/>
          <a:lstStyle/>
          <a:p>
            <a:r>
              <a:rPr lang="de-DE" dirty="0"/>
              <a:t>Texte</a:t>
            </a:r>
            <a:endParaRPr lang="en-GB" dirty="0"/>
          </a:p>
        </p:txBody>
      </p:sp>
    </p:spTree>
    <p:extLst>
      <p:ext uri="{BB962C8B-B14F-4D97-AF65-F5344CB8AC3E}">
        <p14:creationId xmlns:p14="http://schemas.microsoft.com/office/powerpoint/2010/main" val="919250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7CCC31-C182-4362-A806-ED097C67863A}"/>
              </a:ext>
            </a:extLst>
          </p:cNvPr>
          <p:cNvSpPr>
            <a:spLocks noGrp="1"/>
          </p:cNvSpPr>
          <p:nvPr>
            <p:ph idx="1"/>
          </p:nvPr>
        </p:nvSpPr>
        <p:spPr/>
        <p:txBody>
          <a:bodyPr/>
          <a:lstStyle/>
          <a:p>
            <a:r>
              <a:rPr lang="de-DE" dirty="0"/>
              <a:t>schlichte Darstellung von Informationen</a:t>
            </a:r>
          </a:p>
          <a:p>
            <a:endParaRPr lang="de-DE" dirty="0"/>
          </a:p>
          <a:p>
            <a:r>
              <a:rPr lang="de-DE" dirty="0"/>
              <a:t>reduzierte Farben</a:t>
            </a:r>
          </a:p>
          <a:p>
            <a:endParaRPr lang="de-DE" dirty="0"/>
          </a:p>
          <a:p>
            <a:r>
              <a:rPr lang="de-DE" dirty="0"/>
              <a:t>Rahmen und Überlagerungen nach Möglichkeit vermeiden</a:t>
            </a:r>
          </a:p>
          <a:p>
            <a:endParaRPr lang="en-US" dirty="0"/>
          </a:p>
        </p:txBody>
      </p:sp>
      <p:sp>
        <p:nvSpPr>
          <p:cNvPr id="3" name="Slide Number Placeholder 2">
            <a:extLst>
              <a:ext uri="{FF2B5EF4-FFF2-40B4-BE49-F238E27FC236}">
                <a16:creationId xmlns:a16="http://schemas.microsoft.com/office/drawing/2014/main" id="{623CA3EA-E7D2-4B95-8A60-B0208474879F}"/>
              </a:ext>
            </a:extLst>
          </p:cNvPr>
          <p:cNvSpPr>
            <a:spLocks noGrp="1"/>
          </p:cNvSpPr>
          <p:nvPr>
            <p:ph type="sldNum" sz="quarter" idx="11"/>
          </p:nvPr>
        </p:nvSpPr>
        <p:spPr/>
        <p:txBody>
          <a:bodyPr/>
          <a:lstStyle/>
          <a:p>
            <a:fld id="{CE58CB1E-F828-4F11-99E0-327109AF9DA4}" type="slidenum">
              <a:rPr lang="de-DE" smtClean="0"/>
              <a:pPr/>
              <a:t>21</a:t>
            </a:fld>
            <a:endParaRPr lang="de-DE" dirty="0"/>
          </a:p>
        </p:txBody>
      </p:sp>
      <p:sp>
        <p:nvSpPr>
          <p:cNvPr id="4" name="Footer Placeholder 3">
            <a:extLst>
              <a:ext uri="{FF2B5EF4-FFF2-40B4-BE49-F238E27FC236}">
                <a16:creationId xmlns:a16="http://schemas.microsoft.com/office/drawing/2014/main" id="{89834F68-4BE3-4CFA-9D7D-122B49444E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303C1D3-845E-4838-B723-09F7B0338DA5}"/>
              </a:ext>
            </a:extLst>
          </p:cNvPr>
          <p:cNvSpPr>
            <a:spLocks noGrp="1"/>
          </p:cNvSpPr>
          <p:nvPr>
            <p:ph type="title"/>
          </p:nvPr>
        </p:nvSpPr>
        <p:spPr/>
        <p:txBody>
          <a:bodyPr/>
          <a:lstStyle/>
          <a:p>
            <a:r>
              <a:rPr lang="de-DE" dirty="0"/>
              <a:t>Bilder - Allgemein</a:t>
            </a:r>
            <a:endParaRPr lang="en-US" dirty="0"/>
          </a:p>
        </p:txBody>
      </p:sp>
    </p:spTree>
    <p:extLst>
      <p:ext uri="{BB962C8B-B14F-4D97-AF65-F5344CB8AC3E}">
        <p14:creationId xmlns:p14="http://schemas.microsoft.com/office/powerpoint/2010/main" val="3895484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A83A1-33C7-42C4-8F9C-3BD42E18E156}"/>
              </a:ext>
            </a:extLst>
          </p:cNvPr>
          <p:cNvSpPr>
            <a:spLocks noGrp="1"/>
          </p:cNvSpPr>
          <p:nvPr>
            <p:ph idx="1"/>
          </p:nvPr>
        </p:nvSpPr>
        <p:spPr/>
        <p:txBody>
          <a:bodyPr/>
          <a:lstStyle/>
          <a:p>
            <a:r>
              <a:rPr lang="de-DE" dirty="0"/>
              <a:t>Bei kleinen Aufzählungen auf Aufzählungszeichen verzichten und ggf. zusätzliche Leerzeile</a:t>
            </a:r>
          </a:p>
          <a:p>
            <a:r>
              <a:rPr lang="de-DE" dirty="0"/>
              <a:t>Nur die wesentlichen Punkte nennen und Themen auf verschiedene Seiten splitten.</a:t>
            </a:r>
          </a:p>
          <a:p>
            <a:r>
              <a:rPr lang="de-DE" dirty="0"/>
              <a:t>Punkt 1</a:t>
            </a:r>
          </a:p>
          <a:p>
            <a:r>
              <a:rPr lang="de-DE" dirty="0"/>
              <a:t>Punkt 2</a:t>
            </a:r>
          </a:p>
          <a:p>
            <a:endParaRPr lang="de-DE" dirty="0"/>
          </a:p>
          <a:p>
            <a:r>
              <a:rPr lang="de-DE" dirty="0"/>
              <a:t>Wenn Unterpunkte in einer Aufzählung nötig sind ist ein Einrücken mit – möglich</a:t>
            </a:r>
          </a:p>
          <a:p>
            <a:pPr lvl="1"/>
            <a:r>
              <a:rPr lang="de-DE" dirty="0"/>
              <a:t>Unterpunkt 1</a:t>
            </a:r>
          </a:p>
          <a:p>
            <a:pPr lvl="2"/>
            <a:r>
              <a:rPr lang="de-DE" dirty="0"/>
              <a:t>Unterpunkt 1</a:t>
            </a:r>
          </a:p>
          <a:p>
            <a:pPr lvl="2"/>
            <a:r>
              <a:rPr lang="de-DE" dirty="0"/>
              <a:t>Unterpunkt 2</a:t>
            </a:r>
          </a:p>
          <a:p>
            <a:endParaRPr lang="de-DE" dirty="0"/>
          </a:p>
          <a:p>
            <a:r>
              <a:rPr lang="de-DE" dirty="0"/>
              <a:t>Bei größeren Listen die Standardeinstellung • verwenden</a:t>
            </a:r>
          </a:p>
          <a:p>
            <a:pPr lvl="1"/>
            <a:r>
              <a:rPr lang="de-DE" dirty="0"/>
              <a:t>Unterpunkt 1</a:t>
            </a:r>
          </a:p>
          <a:p>
            <a:pPr lvl="1"/>
            <a:r>
              <a:rPr lang="de-DE" dirty="0"/>
              <a:t>Unterpunkt 2</a:t>
            </a:r>
          </a:p>
          <a:p>
            <a:endParaRPr lang="en-US" dirty="0"/>
          </a:p>
        </p:txBody>
      </p:sp>
      <p:sp>
        <p:nvSpPr>
          <p:cNvPr id="3" name="Slide Number Placeholder 2">
            <a:extLst>
              <a:ext uri="{FF2B5EF4-FFF2-40B4-BE49-F238E27FC236}">
                <a16:creationId xmlns:a16="http://schemas.microsoft.com/office/drawing/2014/main" id="{C44891E6-FD77-4ED2-B33D-9D52420B512C}"/>
              </a:ext>
            </a:extLst>
          </p:cNvPr>
          <p:cNvSpPr>
            <a:spLocks noGrp="1"/>
          </p:cNvSpPr>
          <p:nvPr>
            <p:ph type="sldNum" sz="quarter" idx="11"/>
          </p:nvPr>
        </p:nvSpPr>
        <p:spPr/>
        <p:txBody>
          <a:bodyPr/>
          <a:lstStyle/>
          <a:p>
            <a:fld id="{CE58CB1E-F828-4F11-99E0-327109AF9DA4}" type="slidenum">
              <a:rPr lang="de-DE" smtClean="0"/>
              <a:pPr/>
              <a:t>22</a:t>
            </a:fld>
            <a:endParaRPr lang="de-DE" dirty="0"/>
          </a:p>
        </p:txBody>
      </p:sp>
      <p:sp>
        <p:nvSpPr>
          <p:cNvPr id="4" name="Footer Placeholder 3">
            <a:extLst>
              <a:ext uri="{FF2B5EF4-FFF2-40B4-BE49-F238E27FC236}">
                <a16:creationId xmlns:a16="http://schemas.microsoft.com/office/drawing/2014/main" id="{73735118-2018-403D-97C0-573C8DD06D6A}"/>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E5BBDBF-7D0D-4939-977B-4D07FC6EF406}"/>
              </a:ext>
            </a:extLst>
          </p:cNvPr>
          <p:cNvSpPr>
            <a:spLocks noGrp="1"/>
          </p:cNvSpPr>
          <p:nvPr>
            <p:ph type="title"/>
          </p:nvPr>
        </p:nvSpPr>
        <p:spPr/>
        <p:txBody>
          <a:bodyPr/>
          <a:lstStyle/>
          <a:p>
            <a:r>
              <a:rPr lang="de-DE" dirty="0"/>
              <a:t>Aufzählung</a:t>
            </a:r>
            <a:endParaRPr lang="en-US" dirty="0"/>
          </a:p>
        </p:txBody>
      </p:sp>
    </p:spTree>
    <p:extLst>
      <p:ext uri="{BB962C8B-B14F-4D97-AF65-F5344CB8AC3E}">
        <p14:creationId xmlns:p14="http://schemas.microsoft.com/office/powerpoint/2010/main" val="3934807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A85FF1-78BE-40AA-B019-E2747DBE29E1}"/>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3" name="Slide Number Placeholder 2">
            <a:extLst>
              <a:ext uri="{FF2B5EF4-FFF2-40B4-BE49-F238E27FC236}">
                <a16:creationId xmlns:a16="http://schemas.microsoft.com/office/drawing/2014/main" id="{C961E094-9498-4B6A-8E9E-38F2D8748827}"/>
              </a:ext>
            </a:extLst>
          </p:cNvPr>
          <p:cNvSpPr>
            <a:spLocks noGrp="1"/>
          </p:cNvSpPr>
          <p:nvPr>
            <p:ph type="sldNum" sz="quarter" idx="15"/>
          </p:nvPr>
        </p:nvSpPr>
        <p:spPr/>
        <p:txBody>
          <a:bodyPr/>
          <a:lstStyle/>
          <a:p>
            <a:fld id="{CE58CB1E-F828-4F11-99E0-327109AF9DA4}" type="slidenum">
              <a:rPr lang="de-DE" smtClean="0"/>
              <a:pPr/>
              <a:t>23</a:t>
            </a:fld>
            <a:endParaRPr lang="de-DE" dirty="0"/>
          </a:p>
        </p:txBody>
      </p:sp>
      <p:sp>
        <p:nvSpPr>
          <p:cNvPr id="4" name="Footer Placeholder 3">
            <a:extLst>
              <a:ext uri="{FF2B5EF4-FFF2-40B4-BE49-F238E27FC236}">
                <a16:creationId xmlns:a16="http://schemas.microsoft.com/office/drawing/2014/main" id="{40C39931-4DC1-4B88-847F-31E7A9102F25}"/>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5" name="Content Placeholder 4">
            <a:extLst>
              <a:ext uri="{FF2B5EF4-FFF2-40B4-BE49-F238E27FC236}">
                <a16:creationId xmlns:a16="http://schemas.microsoft.com/office/drawing/2014/main" id="{61B5466E-F450-4C9E-95CB-C94D61329A00}"/>
              </a:ext>
            </a:extLst>
          </p:cNvPr>
          <p:cNvSpPr>
            <a:spLocks noGrp="1"/>
          </p:cNvSpPr>
          <p:nvPr>
            <p:ph sz="quarter" idx="18"/>
          </p:nvPr>
        </p:nvSpPr>
        <p:spPr/>
        <p:txBody>
          <a:bodyPr/>
          <a:lstStyle/>
          <a:p>
            <a:endParaRPr lang="en-US" dirty="0"/>
          </a:p>
        </p:txBody>
      </p:sp>
      <p:sp>
        <p:nvSpPr>
          <p:cNvPr id="6" name="Picture Placeholder 5">
            <a:extLst>
              <a:ext uri="{FF2B5EF4-FFF2-40B4-BE49-F238E27FC236}">
                <a16:creationId xmlns:a16="http://schemas.microsoft.com/office/drawing/2014/main" id="{B7801A1E-E597-4305-A6FD-6CB2C988F1A3}"/>
              </a:ext>
            </a:extLst>
          </p:cNvPr>
          <p:cNvSpPr>
            <a:spLocks noGrp="1"/>
          </p:cNvSpPr>
          <p:nvPr>
            <p:ph type="pic" sz="quarter" idx="14"/>
          </p:nvPr>
        </p:nvSpPr>
        <p:spPr/>
        <p:txBody>
          <a:bodyPr/>
          <a:lstStyle/>
          <a:p>
            <a:endParaRPr lang="en-DE"/>
          </a:p>
        </p:txBody>
      </p:sp>
      <p:sp>
        <p:nvSpPr>
          <p:cNvPr id="7" name="Title 6">
            <a:extLst>
              <a:ext uri="{FF2B5EF4-FFF2-40B4-BE49-F238E27FC236}">
                <a16:creationId xmlns:a16="http://schemas.microsoft.com/office/drawing/2014/main" id="{30BCCAE0-0687-4A2C-BA45-3853851D2CBD}"/>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1717918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50A2EC-1B56-2B5A-E8FF-E25762B3CF50}"/>
              </a:ext>
            </a:extLst>
          </p:cNvPr>
          <p:cNvSpPr>
            <a:spLocks noGrp="1"/>
          </p:cNvSpPr>
          <p:nvPr>
            <p:ph idx="14"/>
          </p:nvPr>
        </p:nvSpPr>
        <p:spPr/>
        <p:txBody>
          <a:bodyPr/>
          <a:lstStyle/>
          <a:p>
            <a:endParaRPr lang="en-GB"/>
          </a:p>
        </p:txBody>
      </p:sp>
      <p:sp>
        <p:nvSpPr>
          <p:cNvPr id="3" name="Content Placeholder 2">
            <a:extLst>
              <a:ext uri="{FF2B5EF4-FFF2-40B4-BE49-F238E27FC236}">
                <a16:creationId xmlns:a16="http://schemas.microsoft.com/office/drawing/2014/main" id="{EB7614E1-2B1E-E4F3-6AC2-572E80EE94D0}"/>
              </a:ext>
            </a:extLst>
          </p:cNvPr>
          <p:cNvSpPr>
            <a:spLocks noGrp="1"/>
          </p:cNvSpPr>
          <p:nvPr>
            <p:ph idx="15"/>
          </p:nvPr>
        </p:nvSpPr>
        <p:spPr/>
        <p:txBody>
          <a:bodyPr/>
          <a:lstStyle/>
          <a:p>
            <a:endParaRPr lang="en-GB"/>
          </a:p>
        </p:txBody>
      </p:sp>
      <p:sp>
        <p:nvSpPr>
          <p:cNvPr id="4" name="Slide Number Placeholder 3">
            <a:extLst>
              <a:ext uri="{FF2B5EF4-FFF2-40B4-BE49-F238E27FC236}">
                <a16:creationId xmlns:a16="http://schemas.microsoft.com/office/drawing/2014/main" id="{FCDC3A72-B94F-581D-AD66-7AC5034B8C9E}"/>
              </a:ext>
            </a:extLst>
          </p:cNvPr>
          <p:cNvSpPr>
            <a:spLocks noGrp="1"/>
          </p:cNvSpPr>
          <p:nvPr>
            <p:ph type="sldNum" sz="quarter" idx="16"/>
          </p:nvPr>
        </p:nvSpPr>
        <p:spPr/>
        <p:txBody>
          <a:bodyPr/>
          <a:lstStyle/>
          <a:p>
            <a:fld id="{CE58CB1E-F828-4F11-99E0-327109AF9DA4}" type="slidenum">
              <a:rPr lang="de-DE" smtClean="0"/>
              <a:pPr/>
              <a:t>24</a:t>
            </a:fld>
            <a:endParaRPr lang="de-DE" dirty="0"/>
          </a:p>
        </p:txBody>
      </p:sp>
      <p:sp>
        <p:nvSpPr>
          <p:cNvPr id="5" name="Footer Placeholder 4">
            <a:extLst>
              <a:ext uri="{FF2B5EF4-FFF2-40B4-BE49-F238E27FC236}">
                <a16:creationId xmlns:a16="http://schemas.microsoft.com/office/drawing/2014/main" id="{630216DB-F473-B707-2C60-605395F71D1C}"/>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AF292C4E-5BA4-3444-F631-FEFB080EF4BE}"/>
              </a:ext>
            </a:extLst>
          </p:cNvPr>
          <p:cNvSpPr>
            <a:spLocks noGrp="1"/>
          </p:cNvSpPr>
          <p:nvPr>
            <p:ph type="title"/>
          </p:nvPr>
        </p:nvSpPr>
        <p:spPr/>
        <p:txBody>
          <a:bodyPr/>
          <a:lstStyle/>
          <a:p>
            <a:r>
              <a:rPr lang="de-DE" dirty="0"/>
              <a:t>Bilder</a:t>
            </a:r>
            <a:endParaRPr lang="en-GB" dirty="0"/>
          </a:p>
        </p:txBody>
      </p:sp>
    </p:spTree>
    <p:extLst>
      <p:ext uri="{BB962C8B-B14F-4D97-AF65-F5344CB8AC3E}">
        <p14:creationId xmlns:p14="http://schemas.microsoft.com/office/powerpoint/2010/main" val="435784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F05BFB-8908-46EB-84F3-3B1D5835FAE4}"/>
              </a:ext>
            </a:extLst>
          </p:cNvPr>
          <p:cNvSpPr>
            <a:spLocks noGrp="1"/>
          </p:cNvSpPr>
          <p:nvPr>
            <p:ph idx="14"/>
          </p:nvPr>
        </p:nvSpPr>
        <p:spPr/>
        <p:txBody>
          <a:bodyPr/>
          <a:lstStyle/>
          <a:p>
            <a:r>
              <a:rPr lang="de-DE" dirty="0"/>
              <a:t>Überschrift 2</a:t>
            </a:r>
          </a:p>
          <a:p>
            <a:r>
              <a:rPr lang="de-DE" dirty="0"/>
              <a:t>Hier steht ein einleitender oder beschreibender Fließtext und nach Wunsch eine Aufzählung</a:t>
            </a:r>
          </a:p>
          <a:p>
            <a:r>
              <a:rPr lang="de-DE" dirty="0"/>
              <a:t>Punkt 1</a:t>
            </a:r>
          </a:p>
          <a:p>
            <a:endParaRPr lang="de-DE" dirty="0"/>
          </a:p>
          <a:p>
            <a:r>
              <a:rPr lang="de-DE" dirty="0"/>
              <a:t>Punkt 2</a:t>
            </a:r>
          </a:p>
          <a:p>
            <a:endParaRPr lang="de-DE" dirty="0"/>
          </a:p>
          <a:p>
            <a:r>
              <a:rPr lang="de-DE" dirty="0"/>
              <a:t>Punkt 3</a:t>
            </a:r>
          </a:p>
          <a:p>
            <a:endParaRPr lang="de-DE" dirty="0"/>
          </a:p>
          <a:p>
            <a:r>
              <a:rPr lang="de-DE" dirty="0"/>
              <a:t>Punkt 4</a:t>
            </a:r>
          </a:p>
          <a:p>
            <a:endParaRPr lang="en-US" dirty="0"/>
          </a:p>
        </p:txBody>
      </p:sp>
      <p:sp>
        <p:nvSpPr>
          <p:cNvPr id="3" name="Content Placeholder 2">
            <a:extLst>
              <a:ext uri="{FF2B5EF4-FFF2-40B4-BE49-F238E27FC236}">
                <a16:creationId xmlns:a16="http://schemas.microsoft.com/office/drawing/2014/main" id="{FD3E2BF3-FCFF-4F3A-9EA3-A0D3D606CDDD}"/>
              </a:ext>
            </a:extLst>
          </p:cNvPr>
          <p:cNvSpPr>
            <a:spLocks noGrp="1"/>
          </p:cNvSpPr>
          <p:nvPr>
            <p:ph idx="15"/>
          </p:nvPr>
        </p:nvSpPr>
        <p:spPr/>
        <p:txBody>
          <a:bodyPr/>
          <a:lstStyle/>
          <a:p>
            <a:endParaRPr lang="en-US"/>
          </a:p>
        </p:txBody>
      </p:sp>
      <p:sp>
        <p:nvSpPr>
          <p:cNvPr id="4" name="Slide Number Placeholder 3">
            <a:extLst>
              <a:ext uri="{FF2B5EF4-FFF2-40B4-BE49-F238E27FC236}">
                <a16:creationId xmlns:a16="http://schemas.microsoft.com/office/drawing/2014/main" id="{B00B1BF6-1E0F-4AD0-89BA-806F600E6D7D}"/>
              </a:ext>
            </a:extLst>
          </p:cNvPr>
          <p:cNvSpPr>
            <a:spLocks noGrp="1"/>
          </p:cNvSpPr>
          <p:nvPr>
            <p:ph type="sldNum" sz="quarter" idx="16"/>
          </p:nvPr>
        </p:nvSpPr>
        <p:spPr/>
        <p:txBody>
          <a:bodyPr/>
          <a:lstStyle/>
          <a:p>
            <a:fld id="{CE58CB1E-F828-4F11-99E0-327109AF9DA4}" type="slidenum">
              <a:rPr lang="de-DE" smtClean="0"/>
              <a:pPr/>
              <a:t>25</a:t>
            </a:fld>
            <a:endParaRPr lang="de-DE" dirty="0"/>
          </a:p>
        </p:txBody>
      </p:sp>
      <p:sp>
        <p:nvSpPr>
          <p:cNvPr id="5" name="Footer Placeholder 4">
            <a:extLst>
              <a:ext uri="{FF2B5EF4-FFF2-40B4-BE49-F238E27FC236}">
                <a16:creationId xmlns:a16="http://schemas.microsoft.com/office/drawing/2014/main" id="{B4AEE372-D5A0-447D-9407-E3C69944FFDA}"/>
              </a:ext>
            </a:extLst>
          </p:cNvPr>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0514C42E-BA49-4954-A66B-22C9793B6568}"/>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3265107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6EAC1-5F22-4CF2-9231-0C74E797FEA5}"/>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5D64ECBB-3A13-41FA-B2A9-1DDCCDE02EBB}"/>
              </a:ext>
            </a:extLst>
          </p:cNvPr>
          <p:cNvSpPr>
            <a:spLocks noGrp="1"/>
          </p:cNvSpPr>
          <p:nvPr>
            <p:ph type="sldNum" sz="quarter" idx="11"/>
          </p:nvPr>
        </p:nvSpPr>
        <p:spPr/>
        <p:txBody>
          <a:bodyPr/>
          <a:lstStyle/>
          <a:p>
            <a:fld id="{CE58CB1E-F828-4F11-99E0-327109AF9DA4}" type="slidenum">
              <a:rPr lang="de-DE" smtClean="0"/>
              <a:pPr/>
              <a:t>26</a:t>
            </a:fld>
            <a:endParaRPr lang="de-DE" dirty="0"/>
          </a:p>
        </p:txBody>
      </p:sp>
      <p:sp>
        <p:nvSpPr>
          <p:cNvPr id="4" name="Footer Placeholder 3">
            <a:extLst>
              <a:ext uri="{FF2B5EF4-FFF2-40B4-BE49-F238E27FC236}">
                <a16:creationId xmlns:a16="http://schemas.microsoft.com/office/drawing/2014/main" id="{53D935A0-38F6-4399-8C60-AAFF1B191BA6}"/>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F4740027-E91E-4DAB-B05A-E3E7BA828287}"/>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C929B571-C654-47E4-837F-169518A85D27}"/>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2016508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27</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n-DE"/>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690762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28</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n-DE"/>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Weißer bzw. transparenter Hintergrund</a:t>
            </a:r>
            <a:br>
              <a:rPr lang="de-DE" dirty="0"/>
            </a:br>
            <a:r>
              <a:rPr lang="de-DE" dirty="0"/>
              <a:t>mit genug Freiraum anordnen</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Nicht formatfüllende Bilder</a:t>
            </a:r>
          </a:p>
        </p:txBody>
      </p:sp>
    </p:spTree>
    <p:extLst>
      <p:ext uri="{BB962C8B-B14F-4D97-AF65-F5344CB8AC3E}">
        <p14:creationId xmlns:p14="http://schemas.microsoft.com/office/powerpoint/2010/main" val="1776011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C842F60-ABCD-4687-9702-D43955E0A451}"/>
              </a:ext>
            </a:extLst>
          </p:cNvPr>
          <p:cNvSpPr>
            <a:spLocks noGrp="1"/>
          </p:cNvSpPr>
          <p:nvPr>
            <p:ph type="pic" sz="quarter" idx="14"/>
          </p:nvPr>
        </p:nvSpPr>
        <p:spPr/>
        <p:txBody>
          <a:bodyPr/>
          <a:lstStyle/>
          <a:p>
            <a:endParaRPr lang="en-DE"/>
          </a:p>
        </p:txBody>
      </p:sp>
      <p:sp>
        <p:nvSpPr>
          <p:cNvPr id="3" name="Slide Number Placeholder 2">
            <a:extLst>
              <a:ext uri="{FF2B5EF4-FFF2-40B4-BE49-F238E27FC236}">
                <a16:creationId xmlns:a16="http://schemas.microsoft.com/office/drawing/2014/main" id="{EDFCB050-B11E-43DD-A1F4-F46936124ADA}"/>
              </a:ext>
            </a:extLst>
          </p:cNvPr>
          <p:cNvSpPr>
            <a:spLocks noGrp="1"/>
          </p:cNvSpPr>
          <p:nvPr>
            <p:ph type="sldNum" sz="quarter" idx="15"/>
          </p:nvPr>
        </p:nvSpPr>
        <p:spPr/>
        <p:txBody>
          <a:bodyPr/>
          <a:lstStyle/>
          <a:p>
            <a:fld id="{CE58CB1E-F828-4F11-99E0-327109AF9DA4}" type="slidenum">
              <a:rPr lang="de-DE" smtClean="0"/>
              <a:pPr/>
              <a:t>29</a:t>
            </a:fld>
            <a:endParaRPr lang="de-DE" dirty="0"/>
          </a:p>
        </p:txBody>
      </p:sp>
      <p:sp>
        <p:nvSpPr>
          <p:cNvPr id="4" name="Footer Placeholder 3">
            <a:extLst>
              <a:ext uri="{FF2B5EF4-FFF2-40B4-BE49-F238E27FC236}">
                <a16:creationId xmlns:a16="http://schemas.microsoft.com/office/drawing/2014/main" id="{6047DB3A-5C7D-4BCC-AA09-623DDED6A453}"/>
              </a:ext>
            </a:extLst>
          </p:cNvPr>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FD152465-AF3D-42CF-A0ED-5D1FC584AD1F}"/>
              </a:ext>
            </a:extLst>
          </p:cNvPr>
          <p:cNvSpPr>
            <a:spLocks noGrp="1"/>
          </p:cNvSpPr>
          <p:nvPr>
            <p:ph type="title"/>
          </p:nvPr>
        </p:nvSpPr>
        <p:spPr/>
        <p:txBody>
          <a:bodyPr/>
          <a:lstStyle/>
          <a:p>
            <a:r>
              <a:rPr lang="de-DE" dirty="0"/>
              <a:t>Bilder Format füllend - maximale Bildgröße</a:t>
            </a:r>
            <a:endParaRPr lang="en-US" dirty="0"/>
          </a:p>
        </p:txBody>
      </p:sp>
    </p:spTree>
    <p:extLst>
      <p:ext uri="{BB962C8B-B14F-4D97-AF65-F5344CB8AC3E}">
        <p14:creationId xmlns:p14="http://schemas.microsoft.com/office/powerpoint/2010/main" val="2735472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CEB6E5-E487-4489-BCB4-AABD438F8135}"/>
              </a:ext>
            </a:extLst>
          </p:cNvPr>
          <p:cNvSpPr>
            <a:spLocks noGrp="1"/>
          </p:cNvSpPr>
          <p:nvPr>
            <p:ph type="sldNum" sz="quarter" idx="15"/>
          </p:nvPr>
        </p:nvSpPr>
        <p:spPr/>
        <p:txBody>
          <a:bodyPr/>
          <a:lstStyle/>
          <a:p>
            <a:fld id="{CE58CB1E-F828-4F11-99E0-327109AF9DA4}" type="slidenum">
              <a:rPr lang="de-DE" smtClean="0"/>
              <a:pPr/>
              <a:t>30</a:t>
            </a:fld>
            <a:endParaRPr lang="de-DE" dirty="0"/>
          </a:p>
        </p:txBody>
      </p:sp>
      <p:sp>
        <p:nvSpPr>
          <p:cNvPr id="3" name="Footer Placeholder 2">
            <a:extLst>
              <a:ext uri="{FF2B5EF4-FFF2-40B4-BE49-F238E27FC236}">
                <a16:creationId xmlns:a16="http://schemas.microsoft.com/office/drawing/2014/main" id="{A3D95715-3AD4-4064-80E8-E3D8E7B06ADD}"/>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4" name="Content Placeholder 3">
            <a:extLst>
              <a:ext uri="{FF2B5EF4-FFF2-40B4-BE49-F238E27FC236}">
                <a16:creationId xmlns:a16="http://schemas.microsoft.com/office/drawing/2014/main" id="{3B66D38F-04E1-40B0-B08E-315947FC810C}"/>
              </a:ext>
            </a:extLst>
          </p:cNvPr>
          <p:cNvSpPr>
            <a:spLocks noGrp="1"/>
          </p:cNvSpPr>
          <p:nvPr>
            <p:ph sz="quarter" idx="18"/>
          </p:nvPr>
        </p:nvSpPr>
        <p:spPr/>
        <p:txBody>
          <a:bodyPr/>
          <a:lstStyle/>
          <a:p>
            <a:r>
              <a:rPr lang="de-DE" dirty="0"/>
              <a:t>Bilderklärung</a:t>
            </a:r>
          </a:p>
          <a:p>
            <a:endParaRPr lang="en-US" dirty="0"/>
          </a:p>
        </p:txBody>
      </p:sp>
      <p:sp>
        <p:nvSpPr>
          <p:cNvPr id="5" name="Picture Placeholder 4">
            <a:extLst>
              <a:ext uri="{FF2B5EF4-FFF2-40B4-BE49-F238E27FC236}">
                <a16:creationId xmlns:a16="http://schemas.microsoft.com/office/drawing/2014/main" id="{4F4F6ABA-0351-43C0-A108-2528D21ADE78}"/>
              </a:ext>
            </a:extLst>
          </p:cNvPr>
          <p:cNvSpPr>
            <a:spLocks noGrp="1"/>
          </p:cNvSpPr>
          <p:nvPr>
            <p:ph type="pic" sz="quarter" idx="14"/>
          </p:nvPr>
        </p:nvSpPr>
        <p:spPr/>
        <p:txBody>
          <a:bodyPr/>
          <a:lstStyle/>
          <a:p>
            <a:endParaRPr lang="en-DE"/>
          </a:p>
        </p:txBody>
      </p:sp>
      <p:sp>
        <p:nvSpPr>
          <p:cNvPr id="6" name="Text Placeholder 5">
            <a:extLst>
              <a:ext uri="{FF2B5EF4-FFF2-40B4-BE49-F238E27FC236}">
                <a16:creationId xmlns:a16="http://schemas.microsoft.com/office/drawing/2014/main" id="{9BB468F8-2442-4039-ACA6-B13B0D7EB205}"/>
              </a:ext>
            </a:extLst>
          </p:cNvPr>
          <p:cNvSpPr>
            <a:spLocks noGrp="1"/>
          </p:cNvSpPr>
          <p:nvPr>
            <p:ph type="body" sz="quarter" idx="19"/>
          </p:nvPr>
        </p:nvSpPr>
        <p:spPr/>
        <p:txBody>
          <a:bodyPr/>
          <a:lstStyle/>
          <a:p>
            <a:r>
              <a:rPr lang="de-DE" dirty="0"/>
              <a:t>Alternativ mit formatfüllendem Hintergrund: 5 % schwarz</a:t>
            </a:r>
          </a:p>
          <a:p>
            <a:r>
              <a:rPr lang="de-DE" dirty="0"/>
              <a:t>Beschriftungen können zusätzlich neben den Bildern angebracht werden</a:t>
            </a:r>
          </a:p>
          <a:p>
            <a:endParaRPr lang="en-US" dirty="0"/>
          </a:p>
        </p:txBody>
      </p:sp>
      <p:sp>
        <p:nvSpPr>
          <p:cNvPr id="7" name="Title 6">
            <a:extLst>
              <a:ext uri="{FF2B5EF4-FFF2-40B4-BE49-F238E27FC236}">
                <a16:creationId xmlns:a16="http://schemas.microsoft.com/office/drawing/2014/main" id="{25FA6635-9913-4DE0-B89C-850A119720F4}"/>
              </a:ext>
            </a:extLst>
          </p:cNvPr>
          <p:cNvSpPr>
            <a:spLocks noGrp="1"/>
          </p:cNvSpPr>
          <p:nvPr>
            <p:ph type="title"/>
          </p:nvPr>
        </p:nvSpPr>
        <p:spPr/>
        <p:txBody>
          <a:bodyPr/>
          <a:lstStyle/>
          <a:p>
            <a:r>
              <a:rPr lang="de-DE" dirty="0"/>
              <a:t>Nicht Format füllende Bilder</a:t>
            </a:r>
            <a:endParaRPr lang="en-US" dirty="0"/>
          </a:p>
        </p:txBody>
      </p:sp>
    </p:spTree>
    <p:extLst>
      <p:ext uri="{BB962C8B-B14F-4D97-AF65-F5344CB8AC3E}">
        <p14:creationId xmlns:p14="http://schemas.microsoft.com/office/powerpoint/2010/main" val="3473009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5C566-DAA7-46B7-9C72-84D46E008213}"/>
              </a:ext>
            </a:extLst>
          </p:cNvPr>
          <p:cNvSpPr>
            <a:spLocks noGrp="1"/>
          </p:cNvSpPr>
          <p:nvPr>
            <p:ph type="sldNum" sz="quarter" idx="11"/>
          </p:nvPr>
        </p:nvSpPr>
        <p:spPr/>
        <p:txBody>
          <a:bodyPr/>
          <a:lstStyle/>
          <a:p>
            <a:fld id="{CE58CB1E-F828-4F11-99E0-327109AF9DA4}" type="slidenum">
              <a:rPr lang="de-DE" smtClean="0"/>
              <a:pPr/>
              <a:t>31</a:t>
            </a:fld>
            <a:endParaRPr lang="de-DE" dirty="0"/>
          </a:p>
        </p:txBody>
      </p:sp>
      <p:sp>
        <p:nvSpPr>
          <p:cNvPr id="4" name="Footer Placeholder 3">
            <a:extLst>
              <a:ext uri="{FF2B5EF4-FFF2-40B4-BE49-F238E27FC236}">
                <a16:creationId xmlns:a16="http://schemas.microsoft.com/office/drawing/2014/main" id="{29C1DBAB-F276-4EC5-BE3A-C6B25EB879C9}"/>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B72F6346-9A7C-4A4E-BFA4-E54858325031}"/>
              </a:ext>
            </a:extLst>
          </p:cNvPr>
          <p:cNvSpPr>
            <a:spLocks noGrp="1"/>
          </p:cNvSpPr>
          <p:nvPr>
            <p:ph type="body" sz="quarter" idx="13"/>
          </p:nvPr>
        </p:nvSpPr>
        <p:spPr/>
        <p:txBody>
          <a:bodyPr/>
          <a:lstStyle/>
          <a:p>
            <a:r>
              <a:rPr lang="de-DE" dirty="0"/>
              <a:t>Tabelle ohne Farbe und kein Rand</a:t>
            </a:r>
            <a:br>
              <a:rPr lang="de-DE" dirty="0"/>
            </a:br>
            <a:r>
              <a:rPr lang="de-DE" dirty="0"/>
              <a:t>innerer Seitenrand links 0 cm, oben z.B. 0,5 cm (für genug Zeilenabstand innerhalb) </a:t>
            </a:r>
          </a:p>
          <a:p>
            <a:endParaRPr lang="en-US" dirty="0"/>
          </a:p>
        </p:txBody>
      </p:sp>
      <p:sp>
        <p:nvSpPr>
          <p:cNvPr id="6" name="Title 5">
            <a:extLst>
              <a:ext uri="{FF2B5EF4-FFF2-40B4-BE49-F238E27FC236}">
                <a16:creationId xmlns:a16="http://schemas.microsoft.com/office/drawing/2014/main" id="{2DE6C2B9-B188-49AA-85A7-D552754022C9}"/>
              </a:ext>
            </a:extLst>
          </p:cNvPr>
          <p:cNvSpPr>
            <a:spLocks noGrp="1"/>
          </p:cNvSpPr>
          <p:nvPr>
            <p:ph type="title"/>
          </p:nvPr>
        </p:nvSpPr>
        <p:spPr/>
        <p:txBody>
          <a:bodyPr/>
          <a:lstStyle/>
          <a:p>
            <a:r>
              <a:rPr lang="de-DE" dirty="0"/>
              <a:t>Tabelle – Beispiel 1</a:t>
            </a:r>
            <a:endParaRPr lang="en-US" dirty="0"/>
          </a:p>
        </p:txBody>
      </p:sp>
      <p:pic>
        <p:nvPicPr>
          <p:cNvPr id="7" name="Picture 6">
            <a:extLst>
              <a:ext uri="{FF2B5EF4-FFF2-40B4-BE49-F238E27FC236}">
                <a16:creationId xmlns:a16="http://schemas.microsoft.com/office/drawing/2014/main" id="{2EBF4EFA-5CC0-48EF-9098-8D831EE14A5E}"/>
              </a:ext>
            </a:extLst>
          </p:cNvPr>
          <p:cNvPicPr>
            <a:picLocks noChangeAspect="1"/>
          </p:cNvPicPr>
          <p:nvPr/>
        </p:nvPicPr>
        <p:blipFill>
          <a:blip r:embed="rId2"/>
          <a:stretch>
            <a:fillRect/>
          </a:stretch>
        </p:blipFill>
        <p:spPr>
          <a:xfrm>
            <a:off x="319090" y="2118784"/>
            <a:ext cx="8516850" cy="1682642"/>
          </a:xfrm>
          <a:prstGeom prst="rect">
            <a:avLst/>
          </a:prstGeom>
        </p:spPr>
      </p:pic>
    </p:spTree>
    <p:extLst>
      <p:ext uri="{BB962C8B-B14F-4D97-AF65-F5344CB8AC3E}">
        <p14:creationId xmlns:p14="http://schemas.microsoft.com/office/powerpoint/2010/main" val="2617115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CE4A1F-B9E0-4888-BAEA-2B3CD0E79743}"/>
              </a:ext>
            </a:extLst>
          </p:cNvPr>
          <p:cNvSpPr>
            <a:spLocks noGrp="1"/>
          </p:cNvSpPr>
          <p:nvPr>
            <p:ph type="sldNum" sz="quarter" idx="11"/>
          </p:nvPr>
        </p:nvSpPr>
        <p:spPr/>
        <p:txBody>
          <a:bodyPr/>
          <a:lstStyle/>
          <a:p>
            <a:fld id="{CE58CB1E-F828-4F11-99E0-327109AF9DA4}" type="slidenum">
              <a:rPr lang="de-DE" smtClean="0"/>
              <a:pPr/>
              <a:t>32</a:t>
            </a:fld>
            <a:endParaRPr lang="de-DE" dirty="0"/>
          </a:p>
        </p:txBody>
      </p:sp>
      <p:sp>
        <p:nvSpPr>
          <p:cNvPr id="4" name="Footer Placeholder 3">
            <a:extLst>
              <a:ext uri="{FF2B5EF4-FFF2-40B4-BE49-F238E27FC236}">
                <a16:creationId xmlns:a16="http://schemas.microsoft.com/office/drawing/2014/main" id="{4B0F69C2-DAA4-4504-A82F-E14E9FF0BD9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28B00EFA-8ADF-4519-A704-B3B184E21E36}"/>
              </a:ext>
            </a:extLst>
          </p:cNvPr>
          <p:cNvSpPr>
            <a:spLocks noGrp="1"/>
          </p:cNvSpPr>
          <p:nvPr>
            <p:ph type="body" sz="quarter" idx="13"/>
          </p:nvPr>
        </p:nvSpPr>
        <p:spPr/>
        <p:txBody>
          <a:bodyPr/>
          <a:lstStyle/>
          <a:p>
            <a:r>
              <a:rPr lang="de-DE" dirty="0"/>
              <a:t>Tabelle mit schwarzem Rand</a:t>
            </a:r>
            <a:br>
              <a:rPr lang="de-DE" dirty="0"/>
            </a:br>
            <a:r>
              <a:rPr lang="de-DE" dirty="0"/>
              <a:t>innerer Seitenrand links 0,15 cm, oben z.B. 0,5 cm (für genug Zeilenabstand innerhalb) </a:t>
            </a:r>
          </a:p>
          <a:p>
            <a:endParaRPr lang="en-US" dirty="0"/>
          </a:p>
        </p:txBody>
      </p:sp>
      <p:sp>
        <p:nvSpPr>
          <p:cNvPr id="6" name="Title 5">
            <a:extLst>
              <a:ext uri="{FF2B5EF4-FFF2-40B4-BE49-F238E27FC236}">
                <a16:creationId xmlns:a16="http://schemas.microsoft.com/office/drawing/2014/main" id="{1602C32C-8256-48D8-90FD-4264D4AA6766}"/>
              </a:ext>
            </a:extLst>
          </p:cNvPr>
          <p:cNvSpPr>
            <a:spLocks noGrp="1"/>
          </p:cNvSpPr>
          <p:nvPr>
            <p:ph type="title"/>
          </p:nvPr>
        </p:nvSpPr>
        <p:spPr/>
        <p:txBody>
          <a:bodyPr/>
          <a:lstStyle/>
          <a:p>
            <a:r>
              <a:rPr lang="de-DE" dirty="0"/>
              <a:t>Tabelle – Beispiel 2</a:t>
            </a:r>
            <a:endParaRPr lang="en-US" dirty="0"/>
          </a:p>
        </p:txBody>
      </p:sp>
      <p:graphicFrame>
        <p:nvGraphicFramePr>
          <p:cNvPr id="8" name="Inhaltsplatzhalter 6">
            <a:extLst>
              <a:ext uri="{FF2B5EF4-FFF2-40B4-BE49-F238E27FC236}">
                <a16:creationId xmlns:a16="http://schemas.microsoft.com/office/drawing/2014/main" id="{21165FDA-45FF-4A0B-84AD-49ACB5E17A7A}"/>
              </a:ext>
            </a:extLst>
          </p:cNvPr>
          <p:cNvGraphicFramePr>
            <a:graphicFrameLocks/>
          </p:cNvGraphicFramePr>
          <p:nvPr/>
        </p:nvGraphicFramePr>
        <p:xfrm>
          <a:off x="319088" y="231457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54000" marR="0" marT="135000" marB="0" anchor="ct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54000" marR="0" marT="135000" marB="0" anchor="ct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54000" marR="0" marT="135000" marB="0" anchor="ct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54000" marR="0" marT="135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54000" marR="0" marT="135000" marB="0" anchor="ct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54000" marR="0" marT="13500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13362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C41E1D-513A-4951-B8BD-E9D1D830C7E9}"/>
              </a:ext>
            </a:extLst>
          </p:cNvPr>
          <p:cNvSpPr>
            <a:spLocks noGrp="1"/>
          </p:cNvSpPr>
          <p:nvPr>
            <p:ph type="sldNum" sz="quarter" idx="11"/>
          </p:nvPr>
        </p:nvSpPr>
        <p:spPr/>
        <p:txBody>
          <a:bodyPr/>
          <a:lstStyle/>
          <a:p>
            <a:fld id="{CE58CB1E-F828-4F11-99E0-327109AF9DA4}" type="slidenum">
              <a:rPr lang="de-DE" smtClean="0"/>
              <a:pPr/>
              <a:t>33</a:t>
            </a:fld>
            <a:endParaRPr lang="de-DE" dirty="0"/>
          </a:p>
        </p:txBody>
      </p:sp>
      <p:sp>
        <p:nvSpPr>
          <p:cNvPr id="4" name="Footer Placeholder 3">
            <a:extLst>
              <a:ext uri="{FF2B5EF4-FFF2-40B4-BE49-F238E27FC236}">
                <a16:creationId xmlns:a16="http://schemas.microsoft.com/office/drawing/2014/main" id="{2520F5BC-73DC-4629-911D-0E631C5CA62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7597AAF7-DC61-4A44-ADCA-D7892B90FA5E}"/>
              </a:ext>
            </a:extLst>
          </p:cNvPr>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a:p>
            <a:endParaRPr lang="en-US" dirty="0"/>
          </a:p>
        </p:txBody>
      </p:sp>
      <p:sp>
        <p:nvSpPr>
          <p:cNvPr id="6" name="Title 5">
            <a:extLst>
              <a:ext uri="{FF2B5EF4-FFF2-40B4-BE49-F238E27FC236}">
                <a16:creationId xmlns:a16="http://schemas.microsoft.com/office/drawing/2014/main" id="{8410190E-A541-47D8-A69A-DC6B5EC3A868}"/>
              </a:ext>
            </a:extLst>
          </p:cNvPr>
          <p:cNvSpPr>
            <a:spLocks noGrp="1"/>
          </p:cNvSpPr>
          <p:nvPr>
            <p:ph type="title"/>
          </p:nvPr>
        </p:nvSpPr>
        <p:spPr/>
        <p:txBody>
          <a:bodyPr/>
          <a:lstStyle/>
          <a:p>
            <a:r>
              <a:rPr lang="de-DE" dirty="0"/>
              <a:t>Diagramme – Beispiel 1</a:t>
            </a:r>
            <a:endParaRPr lang="en-US" dirty="0"/>
          </a:p>
        </p:txBody>
      </p:sp>
      <p:graphicFrame>
        <p:nvGraphicFramePr>
          <p:cNvPr id="7" name="Inhaltsplatzhalter 13">
            <a:extLst>
              <a:ext uri="{FF2B5EF4-FFF2-40B4-BE49-F238E27FC236}">
                <a16:creationId xmlns:a16="http://schemas.microsoft.com/office/drawing/2014/main" id="{5D431881-0427-4DA1-A74D-D4205A58E906}"/>
              </a:ext>
            </a:extLst>
          </p:cNvPr>
          <p:cNvGraphicFramePr>
            <a:graphicFrameLocks noGrp="1"/>
          </p:cNvGraphicFramePr>
          <p:nvPr>
            <p:ph idx="1"/>
            <p:extLst>
              <p:ext uri="{D42A27DB-BD31-4B8C-83A1-F6EECF244321}">
                <p14:modId xmlns:p14="http://schemas.microsoft.com/office/powerpoint/2010/main" val="2068595699"/>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3671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6D4518-5728-43E9-AD3C-D24D770B7BBE}"/>
              </a:ext>
            </a:extLst>
          </p:cNvPr>
          <p:cNvSpPr>
            <a:spLocks noGrp="1"/>
          </p:cNvSpPr>
          <p:nvPr>
            <p:ph type="sldNum" sz="quarter" idx="11"/>
          </p:nvPr>
        </p:nvSpPr>
        <p:spPr/>
        <p:txBody>
          <a:bodyPr/>
          <a:lstStyle/>
          <a:p>
            <a:fld id="{CE58CB1E-F828-4F11-99E0-327109AF9DA4}" type="slidenum">
              <a:rPr lang="de-DE" smtClean="0"/>
              <a:pPr/>
              <a:t>34</a:t>
            </a:fld>
            <a:endParaRPr lang="de-DE" dirty="0"/>
          </a:p>
        </p:txBody>
      </p:sp>
      <p:sp>
        <p:nvSpPr>
          <p:cNvPr id="4" name="Footer Placeholder 3">
            <a:extLst>
              <a:ext uri="{FF2B5EF4-FFF2-40B4-BE49-F238E27FC236}">
                <a16:creationId xmlns:a16="http://schemas.microsoft.com/office/drawing/2014/main" id="{AC751C35-FC99-43BB-8693-724BA423B8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CEEF6E29-DAA5-42CA-BCDC-C446AC378C82}"/>
              </a:ext>
            </a:extLst>
          </p:cNvPr>
          <p:cNvSpPr>
            <a:spLocks noGrp="1"/>
          </p:cNvSpPr>
          <p:nvPr>
            <p:ph type="title"/>
          </p:nvPr>
        </p:nvSpPr>
        <p:spPr/>
        <p:txBody>
          <a:bodyPr/>
          <a:lstStyle/>
          <a:p>
            <a:r>
              <a:rPr lang="de-DE" dirty="0"/>
              <a:t>Diagramme</a:t>
            </a:r>
            <a:endParaRPr lang="en-US" dirty="0"/>
          </a:p>
        </p:txBody>
      </p:sp>
      <p:graphicFrame>
        <p:nvGraphicFramePr>
          <p:cNvPr id="7" name="Inhaltsplatzhalter 5">
            <a:extLst>
              <a:ext uri="{FF2B5EF4-FFF2-40B4-BE49-F238E27FC236}">
                <a16:creationId xmlns:a16="http://schemas.microsoft.com/office/drawing/2014/main" id="{D449687F-6099-4709-A71D-5A8478389920}"/>
              </a:ext>
            </a:extLst>
          </p:cNvPr>
          <p:cNvGraphicFramePr>
            <a:graphicFrameLocks noGrp="1"/>
          </p:cNvGraphicFramePr>
          <p:nvPr>
            <p:ph idx="1"/>
            <p:extLst>
              <p:ext uri="{D42A27DB-BD31-4B8C-83A1-F6EECF244321}">
                <p14:modId xmlns:p14="http://schemas.microsoft.com/office/powerpoint/2010/main" val="1259597598"/>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84702021"/>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0</TotalTime>
  <Words>1418</Words>
  <Application>Microsoft Office PowerPoint</Application>
  <PresentationFormat>On-screen Show (16:9)</PresentationFormat>
  <Paragraphs>207</Paragraphs>
  <Slides>34</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34</vt:i4>
      </vt:variant>
    </vt:vector>
  </HeadingPairs>
  <TitlesOfParts>
    <vt:vector size="46" baseType="lpstr">
      <vt:lpstr>Arial</vt:lpstr>
      <vt:lpstr>Calibri</vt:lpstr>
      <vt:lpstr>Courier New</vt:lpstr>
      <vt:lpstr>Symbol</vt:lpstr>
      <vt:lpstr>Wingdings</vt:lpstr>
      <vt:lpstr>Titel 1</vt:lpstr>
      <vt:lpstr>Title Blank</vt:lpstr>
      <vt:lpstr>Titel 2</vt:lpstr>
      <vt:lpstr>Titel 3</vt:lpstr>
      <vt:lpstr>Inhalt</vt:lpstr>
      <vt:lpstr>Kapiteltrenner blau</vt:lpstr>
      <vt:lpstr>Kapiteltrenner schwarz</vt:lpstr>
      <vt:lpstr>Interfacing a Two-Level Silicon Carbide Inverter to a Rapid Control Prototyping Platform</vt:lpstr>
      <vt:lpstr>Table of Contents</vt:lpstr>
      <vt:lpstr>Wolfspeed Inverter</vt:lpstr>
      <vt:lpstr>Applications</vt:lpstr>
      <vt:lpstr>Market Trends &amp; Development Goals</vt:lpstr>
      <vt:lpstr>Ultrazohm</vt:lpstr>
      <vt:lpstr>Goal</vt:lpstr>
      <vt:lpstr>Progress</vt:lpstr>
      <vt:lpstr>Altium</vt:lpstr>
      <vt:lpstr>Altium</vt:lpstr>
      <vt:lpstr>Next Steps</vt:lpstr>
      <vt:lpstr>PowerPoint Presentation</vt:lpstr>
      <vt:lpstr>Title Page</vt:lpstr>
      <vt:lpstr>Contents</vt:lpstr>
      <vt:lpstr>Slide Master</vt:lpstr>
      <vt:lpstr>Gültigkeit der Masterfolien</vt:lpstr>
      <vt:lpstr>Grundlage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Seongmin Park</cp:lastModifiedBy>
  <cp:revision>13</cp:revision>
  <cp:lastPrinted>2015-07-30T14:04:45Z</cp:lastPrinted>
  <dcterms:created xsi:type="dcterms:W3CDTF">2020-10-03T23:03:33Z</dcterms:created>
  <dcterms:modified xsi:type="dcterms:W3CDTF">2025-02-10T17:05:40Z</dcterms:modified>
</cp:coreProperties>
</file>